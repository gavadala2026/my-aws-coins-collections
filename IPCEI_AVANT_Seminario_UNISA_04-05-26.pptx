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55" r:id="rId4"/>
    <p:sldMasterId id="2147483648" r:id="rId5"/>
  </p:sldMasterIdLst>
  <p:notesMasterIdLst>
    <p:notesMasterId r:id="rId20"/>
  </p:notesMasterIdLst>
  <p:handoutMasterIdLst>
    <p:handoutMasterId r:id="rId21"/>
  </p:handoutMasterIdLst>
  <p:sldIdLst>
    <p:sldId id="418" r:id="rId6"/>
    <p:sldId id="421" r:id="rId7"/>
    <p:sldId id="419" r:id="rId8"/>
    <p:sldId id="423" r:id="rId9"/>
    <p:sldId id="424" r:id="rId10"/>
    <p:sldId id="425" r:id="rId11"/>
    <p:sldId id="429" r:id="rId12"/>
    <p:sldId id="426" r:id="rId13"/>
    <p:sldId id="427" r:id="rId14"/>
    <p:sldId id="422" r:id="rId15"/>
    <p:sldId id="428" r:id="rId16"/>
    <p:sldId id="431" r:id="rId17"/>
    <p:sldId id="430" r:id="rId18"/>
    <p:sldId id="420" r:id="rId19"/>
  </p:sldIdLst>
  <p:sldSz cx="12192000" cy="6858000"/>
  <p:notesSz cx="6858000" cy="9144000"/>
  <p:defaultTextStyle>
    <a:defPPr>
      <a:defRPr lang="it-IT"/>
    </a:defPPr>
    <a:lvl1pPr marL="0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4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48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71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95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19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43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66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90" algn="l" defTabSz="9142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C9C"/>
    <a:srgbClr val="EEF0F2"/>
    <a:srgbClr val="CACACD"/>
    <a:srgbClr val="C3C9E9"/>
    <a:srgbClr val="EAF7CF"/>
    <a:srgbClr val="F2F2F2"/>
    <a:srgbClr val="8C1D74"/>
    <a:srgbClr val="384B96"/>
    <a:srgbClr val="00B1AB"/>
    <a:srgbClr val="729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B44AF-3EC9-B557-1EE3-DD9E0FA096B8}" v="74" dt="2026-04-16T15:56:04.291"/>
    <p1510:client id="{6B3ED114-79D2-ED78-ACA6-8B7F9C76F513}" v="39" dt="2026-04-17T09:24:46.140"/>
    <p1510:client id="{7401CE77-8B7F-4494-9212-B78456A3C22E}" v="106" dt="2026-04-17T06:31:39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Stile chiaro 1 - Color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Stile 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15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ara Piano" userId="S::chiara.piano@eng.it::e95f93c0-3b87-41cf-98e6-aa2c2bb65620" providerId="AD" clId="Web-{6B3ED114-79D2-ED78-ACA6-8B7F9C76F513}"/>
    <pc:docChg chg="addSld delSld modSld">
      <pc:chgData name="Chiara Piano" userId="S::chiara.piano@eng.it::e95f93c0-3b87-41cf-98e6-aa2c2bb65620" providerId="AD" clId="Web-{6B3ED114-79D2-ED78-ACA6-8B7F9C76F513}" dt="2026-04-17T09:24:46.140" v="37"/>
      <pc:docMkLst>
        <pc:docMk/>
      </pc:docMkLst>
      <pc:sldChg chg="modSp">
        <pc:chgData name="Chiara Piano" userId="S::chiara.piano@eng.it::e95f93c0-3b87-41cf-98e6-aa2c2bb65620" providerId="AD" clId="Web-{6B3ED114-79D2-ED78-ACA6-8B7F9C76F513}" dt="2026-04-17T09:06:35.758" v="11" actId="20577"/>
        <pc:sldMkLst>
          <pc:docMk/>
          <pc:sldMk cId="2216562244" sldId="418"/>
        </pc:sldMkLst>
        <pc:spChg chg="mod">
          <ac:chgData name="Chiara Piano" userId="S::chiara.piano@eng.it::e95f93c0-3b87-41cf-98e6-aa2c2bb65620" providerId="AD" clId="Web-{6B3ED114-79D2-ED78-ACA6-8B7F9C76F513}" dt="2026-04-17T09:05:42.489" v="3" actId="14100"/>
          <ac:spMkLst>
            <pc:docMk/>
            <pc:sldMk cId="2216562244" sldId="418"/>
            <ac:spMk id="19" creationId="{D12E9D47-5BEB-B7F7-1AE6-56ABBDCDE453}"/>
          </ac:spMkLst>
        </pc:spChg>
        <pc:spChg chg="mod">
          <ac:chgData name="Chiara Piano" userId="S::chiara.piano@eng.it::e95f93c0-3b87-41cf-98e6-aa2c2bb65620" providerId="AD" clId="Web-{6B3ED114-79D2-ED78-ACA6-8B7F9C76F513}" dt="2026-04-17T09:06:35.758" v="11" actId="20577"/>
          <ac:spMkLst>
            <pc:docMk/>
            <pc:sldMk cId="2216562244" sldId="418"/>
            <ac:spMk id="20" creationId="{BCFB3BF2-128E-B969-27B2-E3C38946283C}"/>
          </ac:spMkLst>
        </pc:spChg>
      </pc:sldChg>
      <pc:sldChg chg="delSp modSp add del mod replId modClrScheme chgLayout">
        <pc:chgData name="Chiara Piano" userId="S::chiara.piano@eng.it::e95f93c0-3b87-41cf-98e6-aa2c2bb65620" providerId="AD" clId="Web-{6B3ED114-79D2-ED78-ACA6-8B7F9C76F513}" dt="2026-04-17T09:24:46.140" v="37"/>
        <pc:sldMkLst>
          <pc:docMk/>
          <pc:sldMk cId="3814250557" sldId="432"/>
        </pc:sldMkLst>
        <pc:spChg chg="del mod ord">
          <ac:chgData name="Chiara Piano" userId="S::chiara.piano@eng.it::e95f93c0-3b87-41cf-98e6-aa2c2bb65620" providerId="AD" clId="Web-{6B3ED114-79D2-ED78-ACA6-8B7F9C76F513}" dt="2026-04-17T09:18:11.247" v="15"/>
          <ac:spMkLst>
            <pc:docMk/>
            <pc:sldMk cId="3814250557" sldId="432"/>
            <ac:spMk id="3" creationId="{60C83A8B-AF35-F77B-4F85-83AE0B88F39A}"/>
          </ac:spMkLst>
        </pc:spChg>
        <pc:spChg chg="del mod ord">
          <ac:chgData name="Chiara Piano" userId="S::chiara.piano@eng.it::e95f93c0-3b87-41cf-98e6-aa2c2bb65620" providerId="AD" clId="Web-{6B3ED114-79D2-ED78-ACA6-8B7F9C76F513}" dt="2026-04-17T09:18:18.403" v="17"/>
          <ac:spMkLst>
            <pc:docMk/>
            <pc:sldMk cId="3814250557" sldId="432"/>
            <ac:spMk id="4" creationId="{1C585A83-67CD-A09D-4059-603EBDC84CE2}"/>
          </ac:spMkLst>
        </pc:spChg>
        <pc:spChg chg="del mod ord">
          <ac:chgData name="Chiara Piano" userId="S::chiara.piano@eng.it::e95f93c0-3b87-41cf-98e6-aa2c2bb65620" providerId="AD" clId="Web-{6B3ED114-79D2-ED78-ACA6-8B7F9C76F513}" dt="2026-04-17T09:18:07.669" v="14"/>
          <ac:spMkLst>
            <pc:docMk/>
            <pc:sldMk cId="3814250557" sldId="432"/>
            <ac:spMk id="5" creationId="{AD1DEE60-1E29-5237-4784-F895AD4EF37F}"/>
          </ac:spMkLst>
        </pc:spChg>
        <pc:spChg chg="del mod ord">
          <ac:chgData name="Chiara Piano" userId="S::chiara.piano@eng.it::e95f93c0-3b87-41cf-98e6-aa2c2bb65620" providerId="AD" clId="Web-{6B3ED114-79D2-ED78-ACA6-8B7F9C76F513}" dt="2026-04-17T09:18:14.997" v="16"/>
          <ac:spMkLst>
            <pc:docMk/>
            <pc:sldMk cId="3814250557" sldId="432"/>
            <ac:spMk id="6" creationId="{23F07E53-046D-8E7D-B825-C79E4B95DEDC}"/>
          </ac:spMkLst>
        </pc:spChg>
        <pc:picChg chg="mod ord">
          <ac:chgData name="Chiara Piano" userId="S::chiara.piano@eng.it::e95f93c0-3b87-41cf-98e6-aa2c2bb65620" providerId="AD" clId="Web-{6B3ED114-79D2-ED78-ACA6-8B7F9C76F513}" dt="2026-04-17T09:18:24.513" v="19" actId="1076"/>
          <ac:picMkLst>
            <pc:docMk/>
            <pc:sldMk cId="3814250557" sldId="432"/>
            <ac:picMk id="10" creationId="{5AC7B88C-8562-106F-50AF-03BB833FAB42}"/>
          </ac:picMkLst>
        </pc:picChg>
      </pc:sldChg>
      <pc:sldChg chg="addSp delSp modSp add del replId">
        <pc:chgData name="Chiara Piano" userId="S::chiara.piano@eng.it::e95f93c0-3b87-41cf-98e6-aa2c2bb65620" providerId="AD" clId="Web-{6B3ED114-79D2-ED78-ACA6-8B7F9C76F513}" dt="2026-04-17T09:24:43.749" v="36"/>
        <pc:sldMkLst>
          <pc:docMk/>
          <pc:sldMk cId="3178407883" sldId="433"/>
        </pc:sldMkLst>
        <pc:spChg chg="del">
          <ac:chgData name="Chiara Piano" userId="S::chiara.piano@eng.it::e95f93c0-3b87-41cf-98e6-aa2c2bb65620" providerId="AD" clId="Web-{6B3ED114-79D2-ED78-ACA6-8B7F9C76F513}" dt="2026-04-17T09:18:43.075" v="21"/>
          <ac:spMkLst>
            <pc:docMk/>
            <pc:sldMk cId="3178407883" sldId="433"/>
            <ac:spMk id="3" creationId="{AC67F725-C359-5509-2E59-940FACAF32E5}"/>
          </ac:spMkLst>
        </pc:spChg>
        <pc:spChg chg="del">
          <ac:chgData name="Chiara Piano" userId="S::chiara.piano@eng.it::e95f93c0-3b87-41cf-98e6-aa2c2bb65620" providerId="AD" clId="Web-{6B3ED114-79D2-ED78-ACA6-8B7F9C76F513}" dt="2026-04-17T09:18:58.638" v="28"/>
          <ac:spMkLst>
            <pc:docMk/>
            <pc:sldMk cId="3178407883" sldId="433"/>
            <ac:spMk id="4" creationId="{5C72629C-5A4A-00EA-5787-504F5C4A9A90}"/>
          </ac:spMkLst>
        </pc:spChg>
        <pc:spChg chg="del mod">
          <ac:chgData name="Chiara Piano" userId="S::chiara.piano@eng.it::e95f93c0-3b87-41cf-98e6-aa2c2bb65620" providerId="AD" clId="Web-{6B3ED114-79D2-ED78-ACA6-8B7F9C76F513}" dt="2026-04-17T09:18:48.372" v="24"/>
          <ac:spMkLst>
            <pc:docMk/>
            <pc:sldMk cId="3178407883" sldId="433"/>
            <ac:spMk id="5" creationId="{09CBD545-9085-25B9-FFF6-D2BFDF3115AF}"/>
          </ac:spMkLst>
        </pc:spChg>
        <pc:spChg chg="del">
          <ac:chgData name="Chiara Piano" userId="S::chiara.piano@eng.it::e95f93c0-3b87-41cf-98e6-aa2c2bb65620" providerId="AD" clId="Web-{6B3ED114-79D2-ED78-ACA6-8B7F9C76F513}" dt="2026-04-17T09:18:56.482" v="27"/>
          <ac:spMkLst>
            <pc:docMk/>
            <pc:sldMk cId="3178407883" sldId="433"/>
            <ac:spMk id="6" creationId="{37D383DF-3E32-979C-E9B9-19B9C560EE06}"/>
          </ac:spMkLst>
        </pc:spChg>
        <pc:spChg chg="add del mod">
          <ac:chgData name="Chiara Piano" userId="S::chiara.piano@eng.it::e95f93c0-3b87-41cf-98e6-aa2c2bb65620" providerId="AD" clId="Web-{6B3ED114-79D2-ED78-ACA6-8B7F9C76F513}" dt="2026-04-17T09:18:50.060" v="25"/>
          <ac:spMkLst>
            <pc:docMk/>
            <pc:sldMk cId="3178407883" sldId="433"/>
            <ac:spMk id="7" creationId="{54269C06-0275-7481-7257-93127A574EAA}"/>
          </ac:spMkLst>
        </pc:spChg>
        <pc:spChg chg="add del mod">
          <ac:chgData name="Chiara Piano" userId="S::chiara.piano@eng.it::e95f93c0-3b87-41cf-98e6-aa2c2bb65620" providerId="AD" clId="Web-{6B3ED114-79D2-ED78-ACA6-8B7F9C76F513}" dt="2026-04-17T09:18:51.825" v="26"/>
          <ac:spMkLst>
            <pc:docMk/>
            <pc:sldMk cId="3178407883" sldId="433"/>
            <ac:spMk id="9" creationId="{51B5F8A4-C2EB-CE83-764A-BE416B51BB0A}"/>
          </ac:spMkLst>
        </pc:spChg>
        <pc:spChg chg="add del mod">
          <ac:chgData name="Chiara Piano" userId="S::chiara.piano@eng.it::e95f93c0-3b87-41cf-98e6-aa2c2bb65620" providerId="AD" clId="Web-{6B3ED114-79D2-ED78-ACA6-8B7F9C76F513}" dt="2026-04-17T09:19:00.544" v="29"/>
          <ac:spMkLst>
            <pc:docMk/>
            <pc:sldMk cId="3178407883" sldId="433"/>
            <ac:spMk id="12" creationId="{5924503A-64EA-2098-7AF3-0D1D8AD10CE9}"/>
          </ac:spMkLst>
        </pc:spChg>
        <pc:picChg chg="mod">
          <ac:chgData name="Chiara Piano" userId="S::chiara.piano@eng.it::e95f93c0-3b87-41cf-98e6-aa2c2bb65620" providerId="AD" clId="Web-{6B3ED114-79D2-ED78-ACA6-8B7F9C76F513}" dt="2026-04-17T09:19:26.748" v="35" actId="14100"/>
          <ac:picMkLst>
            <pc:docMk/>
            <pc:sldMk cId="3178407883" sldId="433"/>
            <ac:picMk id="10" creationId="{023BD94A-6A1E-844A-A2EA-06092933D77A}"/>
          </ac:picMkLst>
        </pc:picChg>
      </pc:sldChg>
    </pc:docChg>
  </pc:docChgLst>
  <pc:docChgLst>
    <pc:chgData name="Francesco Vicidomini" userId="5a65ccbe-944e-48d0-a204-ae9139be3ca2" providerId="ADAL" clId="{E4F8F4D2-A9A5-44C1-8889-B3227F9B14BB}"/>
    <pc:docChg chg="undo custSel addSld delSld modSld sldOrd">
      <pc:chgData name="Francesco Vicidomini" userId="5a65ccbe-944e-48d0-a204-ae9139be3ca2" providerId="ADAL" clId="{E4F8F4D2-A9A5-44C1-8889-B3227F9B14BB}" dt="2026-04-17T06:32:41.540" v="1779" actId="20577"/>
      <pc:docMkLst>
        <pc:docMk/>
      </pc:docMkLst>
      <pc:sldChg chg="modSp mod">
        <pc:chgData name="Francesco Vicidomini" userId="5a65ccbe-944e-48d0-a204-ae9139be3ca2" providerId="ADAL" clId="{E4F8F4D2-A9A5-44C1-8889-B3227F9B14BB}" dt="2026-04-17T06:31:12.919" v="1748" actId="20577"/>
        <pc:sldMkLst>
          <pc:docMk/>
          <pc:sldMk cId="2216562244" sldId="418"/>
        </pc:sldMkLst>
        <pc:spChg chg="mod">
          <ac:chgData name="Francesco Vicidomini" userId="5a65ccbe-944e-48d0-a204-ae9139be3ca2" providerId="ADAL" clId="{E4F8F4D2-A9A5-44C1-8889-B3227F9B14BB}" dt="2026-04-16T13:30:54.708" v="52" actId="20577"/>
          <ac:spMkLst>
            <pc:docMk/>
            <pc:sldMk cId="2216562244" sldId="418"/>
            <ac:spMk id="19" creationId="{D12E9D47-5BEB-B7F7-1AE6-56ABBDCDE453}"/>
          </ac:spMkLst>
        </pc:spChg>
        <pc:spChg chg="mod">
          <ac:chgData name="Francesco Vicidomini" userId="5a65ccbe-944e-48d0-a204-ae9139be3ca2" providerId="ADAL" clId="{E4F8F4D2-A9A5-44C1-8889-B3227F9B14BB}" dt="2026-04-16T13:35:24.171" v="256"/>
          <ac:spMkLst>
            <pc:docMk/>
            <pc:sldMk cId="2216562244" sldId="418"/>
            <ac:spMk id="20" creationId="{BCFB3BF2-128E-B969-27B2-E3C38946283C}"/>
          </ac:spMkLst>
        </pc:spChg>
        <pc:spChg chg="mod">
          <ac:chgData name="Francesco Vicidomini" userId="5a65ccbe-944e-48d0-a204-ae9139be3ca2" providerId="ADAL" clId="{E4F8F4D2-A9A5-44C1-8889-B3227F9B14BB}" dt="2026-04-16T13:31:36.649" v="180" actId="20577"/>
          <ac:spMkLst>
            <pc:docMk/>
            <pc:sldMk cId="2216562244" sldId="418"/>
            <ac:spMk id="21" creationId="{96FA85A5-4459-7AF5-2BBC-0B00983C73B3}"/>
          </ac:spMkLst>
        </pc:spChg>
        <pc:spChg chg="mod">
          <ac:chgData name="Francesco Vicidomini" userId="5a65ccbe-944e-48d0-a204-ae9139be3ca2" providerId="ADAL" clId="{E4F8F4D2-A9A5-44C1-8889-B3227F9B14BB}" dt="2026-04-17T06:31:12.919" v="1748" actId="20577"/>
          <ac:spMkLst>
            <pc:docMk/>
            <pc:sldMk cId="2216562244" sldId="418"/>
            <ac:spMk id="23" creationId="{F225024F-8238-7195-BA44-5C03C2CDDABF}"/>
          </ac:spMkLst>
        </pc:spChg>
      </pc:sldChg>
      <pc:sldChg chg="addSp delSp modSp mod modAnim chgLayout">
        <pc:chgData name="Francesco Vicidomini" userId="5a65ccbe-944e-48d0-a204-ae9139be3ca2" providerId="ADAL" clId="{E4F8F4D2-A9A5-44C1-8889-B3227F9B14BB}" dt="2026-04-16T13:50:34.163" v="421" actId="20577"/>
        <pc:sldMkLst>
          <pc:docMk/>
          <pc:sldMk cId="3569547700" sldId="419"/>
        </pc:sldMkLst>
        <pc:spChg chg="mod ord">
          <ac:chgData name="Francesco Vicidomini" userId="5a65ccbe-944e-48d0-a204-ae9139be3ca2" providerId="ADAL" clId="{E4F8F4D2-A9A5-44C1-8889-B3227F9B14BB}" dt="2026-04-16T13:37:18.783" v="313" actId="700"/>
          <ac:spMkLst>
            <pc:docMk/>
            <pc:sldMk cId="3569547700" sldId="419"/>
            <ac:spMk id="4" creationId="{8BB0ED2F-3DFB-4B47-879A-6AAC5C3B0DCA}"/>
          </ac:spMkLst>
        </pc:spChg>
        <pc:spChg chg="add mod ord">
          <ac:chgData name="Francesco Vicidomini" userId="5a65ccbe-944e-48d0-a204-ae9139be3ca2" providerId="ADAL" clId="{E4F8F4D2-A9A5-44C1-8889-B3227F9B14BB}" dt="2026-04-16T13:50:34.163" v="421" actId="20577"/>
          <ac:spMkLst>
            <pc:docMk/>
            <pc:sldMk cId="3569547700" sldId="419"/>
            <ac:spMk id="5" creationId="{C8BF9F27-9B38-D707-7083-94DEDD49219A}"/>
          </ac:spMkLst>
        </pc:spChg>
        <pc:spChg chg="add mod">
          <ac:chgData name="Francesco Vicidomini" userId="5a65ccbe-944e-48d0-a204-ae9139be3ca2" providerId="ADAL" clId="{E4F8F4D2-A9A5-44C1-8889-B3227F9B14BB}" dt="2026-04-16T13:45:37.268" v="372" actId="1076"/>
          <ac:spMkLst>
            <pc:docMk/>
            <pc:sldMk cId="3569547700" sldId="419"/>
            <ac:spMk id="12" creationId="{BD163524-C5F1-9DA8-4B4A-09A167625FE9}"/>
          </ac:spMkLst>
        </pc:spChg>
        <pc:spChg chg="add mod">
          <ac:chgData name="Francesco Vicidomini" userId="5a65ccbe-944e-48d0-a204-ae9139be3ca2" providerId="ADAL" clId="{E4F8F4D2-A9A5-44C1-8889-B3227F9B14BB}" dt="2026-04-16T13:45:00.351" v="370" actId="20577"/>
          <ac:spMkLst>
            <pc:docMk/>
            <pc:sldMk cId="3569547700" sldId="419"/>
            <ac:spMk id="13" creationId="{98108663-7DEF-6755-3E21-1FE7C92BB5F2}"/>
          </ac:spMkLst>
        </pc:spChg>
        <pc:spChg chg="add mod">
          <ac:chgData name="Francesco Vicidomini" userId="5a65ccbe-944e-48d0-a204-ae9139be3ca2" providerId="ADAL" clId="{E4F8F4D2-A9A5-44C1-8889-B3227F9B14BB}" dt="2026-04-16T13:43:14.484" v="362" actId="1076"/>
          <ac:spMkLst>
            <pc:docMk/>
            <pc:sldMk cId="3569547700" sldId="419"/>
            <ac:spMk id="14" creationId="{DC0C1C91-05E4-11A3-6F09-CB1A96966722}"/>
          </ac:spMkLst>
        </pc:spChg>
        <pc:spChg chg="add mod">
          <ac:chgData name="Francesco Vicidomini" userId="5a65ccbe-944e-48d0-a204-ae9139be3ca2" providerId="ADAL" clId="{E4F8F4D2-A9A5-44C1-8889-B3227F9B14BB}" dt="2026-04-16T13:45:16.012" v="371" actId="1076"/>
          <ac:spMkLst>
            <pc:docMk/>
            <pc:sldMk cId="3569547700" sldId="419"/>
            <ac:spMk id="15" creationId="{28D2B97C-3D46-C98F-4834-C09E366E51E9}"/>
          </ac:spMkLst>
        </pc:spChg>
        <pc:spChg chg="add mod">
          <ac:chgData name="Francesco Vicidomini" userId="5a65ccbe-944e-48d0-a204-ae9139be3ca2" providerId="ADAL" clId="{E4F8F4D2-A9A5-44C1-8889-B3227F9B14BB}" dt="2026-04-16T13:43:34.081" v="364" actId="1076"/>
          <ac:spMkLst>
            <pc:docMk/>
            <pc:sldMk cId="3569547700" sldId="419"/>
            <ac:spMk id="16" creationId="{C5CE6155-2628-0E9F-8266-08737FAD212A}"/>
          </ac:spMkLst>
        </pc:spChg>
        <pc:spChg chg="del">
          <ac:chgData name="Francesco Vicidomini" userId="5a65ccbe-944e-48d0-a204-ae9139be3ca2" providerId="ADAL" clId="{E4F8F4D2-A9A5-44C1-8889-B3227F9B14BB}" dt="2026-04-16T13:37:18.783" v="313" actId="700"/>
          <ac:spMkLst>
            <pc:docMk/>
            <pc:sldMk cId="3569547700" sldId="419"/>
            <ac:spMk id="17" creationId="{1F4B77F6-74D7-FFE1-AE4D-357B6EB7D736}"/>
          </ac:spMkLst>
        </pc:spChg>
        <pc:spChg chg="add del">
          <ac:chgData name="Francesco Vicidomini" userId="5a65ccbe-944e-48d0-a204-ae9139be3ca2" providerId="ADAL" clId="{E4F8F4D2-A9A5-44C1-8889-B3227F9B14BB}" dt="2026-04-16T13:37:11.768" v="312"/>
          <ac:spMkLst>
            <pc:docMk/>
            <pc:sldMk cId="3569547700" sldId="419"/>
            <ac:spMk id="18" creationId="{10E7992A-7B36-888B-BFC7-D87D52ABAD61}"/>
          </ac:spMkLst>
        </pc:spChg>
        <pc:spChg chg="mod ord">
          <ac:chgData name="Francesco Vicidomini" userId="5a65ccbe-944e-48d0-a204-ae9139be3ca2" providerId="ADAL" clId="{E4F8F4D2-A9A5-44C1-8889-B3227F9B14BB}" dt="2026-04-16T13:37:18.783" v="313" actId="700"/>
          <ac:spMkLst>
            <pc:docMk/>
            <pc:sldMk cId="3569547700" sldId="419"/>
            <ac:spMk id="19" creationId="{A99A0DDB-064C-7F6B-3C55-18E3B3BFEAFE}"/>
          </ac:spMkLst>
        </pc:spChg>
        <pc:spChg chg="mod ord">
          <ac:chgData name="Francesco Vicidomini" userId="5a65ccbe-944e-48d0-a204-ae9139be3ca2" providerId="ADAL" clId="{E4F8F4D2-A9A5-44C1-8889-B3227F9B14BB}" dt="2026-04-16T13:37:18.783" v="313" actId="700"/>
          <ac:spMkLst>
            <pc:docMk/>
            <pc:sldMk cId="3569547700" sldId="419"/>
            <ac:spMk id="20" creationId="{535D40DD-AFDF-40F7-59EE-CEE5E70736E0}"/>
          </ac:spMkLst>
        </pc:spChg>
        <pc:spChg chg="add mod">
          <ac:chgData name="Francesco Vicidomini" userId="5a65ccbe-944e-48d0-a204-ae9139be3ca2" providerId="ADAL" clId="{E4F8F4D2-A9A5-44C1-8889-B3227F9B14BB}" dt="2026-04-16T13:45:49.050" v="373" actId="1076"/>
          <ac:spMkLst>
            <pc:docMk/>
            <pc:sldMk cId="3569547700" sldId="419"/>
            <ac:spMk id="21" creationId="{3E834BE6-8EF8-6331-D9A1-7629ABB4E339}"/>
          </ac:spMkLst>
        </pc:spChg>
        <pc:graphicFrameChg chg="add mod">
          <ac:chgData name="Francesco Vicidomini" userId="5a65ccbe-944e-48d0-a204-ae9139be3ca2" providerId="ADAL" clId="{E4F8F4D2-A9A5-44C1-8889-B3227F9B14BB}" dt="2026-04-16T13:37:10.345" v="311"/>
          <ac:graphicFrameMkLst>
            <pc:docMk/>
            <pc:sldMk cId="3569547700" sldId="419"/>
            <ac:graphicFrameMk id="2" creationId="{A2269550-B50D-B55E-F2C3-8C5CCA710225}"/>
          </ac:graphicFrameMkLst>
        </pc:graphicFrameChg>
        <pc:graphicFrameChg chg="add mod ord">
          <ac:chgData name="Francesco Vicidomini" userId="5a65ccbe-944e-48d0-a204-ae9139be3ca2" providerId="ADAL" clId="{E4F8F4D2-A9A5-44C1-8889-B3227F9B14BB}" dt="2026-04-16T13:46:24.973" v="376" actId="167"/>
          <ac:graphicFrameMkLst>
            <pc:docMk/>
            <pc:sldMk cId="3569547700" sldId="419"/>
            <ac:graphicFrameMk id="3" creationId="{17B0F1DF-EA17-6DBC-F547-357B24809F28}"/>
          </ac:graphicFrameMkLst>
        </pc:graphicFrameChg>
        <pc:cxnChg chg="add mod ord">
          <ac:chgData name="Francesco Vicidomini" userId="5a65ccbe-944e-48d0-a204-ae9139be3ca2" providerId="ADAL" clId="{E4F8F4D2-A9A5-44C1-8889-B3227F9B14BB}" dt="2026-04-16T13:50:08.790" v="392" actId="167"/>
          <ac:cxnSpMkLst>
            <pc:docMk/>
            <pc:sldMk cId="3569547700" sldId="419"/>
            <ac:cxnSpMk id="6" creationId="{10C8E14B-D3E5-EC41-9366-044986B330C7}"/>
          </ac:cxnSpMkLst>
        </pc:cxnChg>
        <pc:cxnChg chg="add mod ord">
          <ac:chgData name="Francesco Vicidomini" userId="5a65ccbe-944e-48d0-a204-ae9139be3ca2" providerId="ADAL" clId="{E4F8F4D2-A9A5-44C1-8889-B3227F9B14BB}" dt="2026-04-16T13:50:08.790" v="392" actId="167"/>
          <ac:cxnSpMkLst>
            <pc:docMk/>
            <pc:sldMk cId="3569547700" sldId="419"/>
            <ac:cxnSpMk id="7" creationId="{E79C815E-73AE-A332-089B-A61DCD17BBAD}"/>
          </ac:cxnSpMkLst>
        </pc:cxnChg>
        <pc:cxnChg chg="add mod ord">
          <ac:chgData name="Francesco Vicidomini" userId="5a65ccbe-944e-48d0-a204-ae9139be3ca2" providerId="ADAL" clId="{E4F8F4D2-A9A5-44C1-8889-B3227F9B14BB}" dt="2026-04-16T13:50:08.790" v="392" actId="167"/>
          <ac:cxnSpMkLst>
            <pc:docMk/>
            <pc:sldMk cId="3569547700" sldId="419"/>
            <ac:cxnSpMk id="8" creationId="{3371EAB6-5444-6A0A-BE6F-B1C45BD761FD}"/>
          </ac:cxnSpMkLst>
        </pc:cxnChg>
        <pc:cxnChg chg="add mod ord">
          <ac:chgData name="Francesco Vicidomini" userId="5a65ccbe-944e-48d0-a204-ae9139be3ca2" providerId="ADAL" clId="{E4F8F4D2-A9A5-44C1-8889-B3227F9B14BB}" dt="2026-04-16T13:50:08.790" v="392" actId="167"/>
          <ac:cxnSpMkLst>
            <pc:docMk/>
            <pc:sldMk cId="3569547700" sldId="419"/>
            <ac:cxnSpMk id="9" creationId="{EA3AA524-225C-5557-EA46-A6BFC7C840F5}"/>
          </ac:cxnSpMkLst>
        </pc:cxnChg>
        <pc:cxnChg chg="add mod ord">
          <ac:chgData name="Francesco Vicidomini" userId="5a65ccbe-944e-48d0-a204-ae9139be3ca2" providerId="ADAL" clId="{E4F8F4D2-A9A5-44C1-8889-B3227F9B14BB}" dt="2026-04-16T13:50:08.790" v="392" actId="167"/>
          <ac:cxnSpMkLst>
            <pc:docMk/>
            <pc:sldMk cId="3569547700" sldId="419"/>
            <ac:cxnSpMk id="10" creationId="{89DED320-FB11-5C61-0135-07DEAF61FCE5}"/>
          </ac:cxnSpMkLst>
        </pc:cxnChg>
        <pc:cxnChg chg="add mod ord">
          <ac:chgData name="Francesco Vicidomini" userId="5a65ccbe-944e-48d0-a204-ae9139be3ca2" providerId="ADAL" clId="{E4F8F4D2-A9A5-44C1-8889-B3227F9B14BB}" dt="2026-04-16T13:50:08.790" v="392" actId="167"/>
          <ac:cxnSpMkLst>
            <pc:docMk/>
            <pc:sldMk cId="3569547700" sldId="419"/>
            <ac:cxnSpMk id="11" creationId="{9E47096B-630A-FA7B-E29C-052194B6F582}"/>
          </ac:cxnSpMkLst>
        </pc:cxnChg>
      </pc:sldChg>
      <pc:sldChg chg="addSp delSp modSp mod">
        <pc:chgData name="Francesco Vicidomini" userId="5a65ccbe-944e-48d0-a204-ae9139be3ca2" providerId="ADAL" clId="{E4F8F4D2-A9A5-44C1-8889-B3227F9B14BB}" dt="2026-04-16T15:15:43.116" v="1181" actId="931"/>
        <pc:sldMkLst>
          <pc:docMk/>
          <pc:sldMk cId="1094247578" sldId="420"/>
        </pc:sldMkLst>
        <pc:spChg chg="del">
          <ac:chgData name="Francesco Vicidomini" userId="5a65ccbe-944e-48d0-a204-ae9139be3ca2" providerId="ADAL" clId="{E4F8F4D2-A9A5-44C1-8889-B3227F9B14BB}" dt="2026-04-16T15:15:43.116" v="1181" actId="931"/>
          <ac:spMkLst>
            <pc:docMk/>
            <pc:sldMk cId="1094247578" sldId="420"/>
            <ac:spMk id="9" creationId="{F2886B4F-FCF9-F8B7-C92C-DA4501F5F5F5}"/>
          </ac:spMkLst>
        </pc:spChg>
        <pc:spChg chg="mod">
          <ac:chgData name="Francesco Vicidomini" userId="5a65ccbe-944e-48d0-a204-ae9139be3ca2" providerId="ADAL" clId="{E4F8F4D2-A9A5-44C1-8889-B3227F9B14BB}" dt="2026-04-16T13:32:07.182" v="230" actId="20577"/>
          <ac:spMkLst>
            <pc:docMk/>
            <pc:sldMk cId="1094247578" sldId="420"/>
            <ac:spMk id="10" creationId="{54547A15-EBE1-F7F5-56BE-8172B169C8AA}"/>
          </ac:spMkLst>
        </pc:spChg>
        <pc:spChg chg="mod">
          <ac:chgData name="Francesco Vicidomini" userId="5a65ccbe-944e-48d0-a204-ae9139be3ca2" providerId="ADAL" clId="{E4F8F4D2-A9A5-44C1-8889-B3227F9B14BB}" dt="2026-04-16T13:32:29.485" v="232"/>
          <ac:spMkLst>
            <pc:docMk/>
            <pc:sldMk cId="1094247578" sldId="420"/>
            <ac:spMk id="11" creationId="{17D529A1-C96D-9C86-D27F-54DBBAE3F304}"/>
          </ac:spMkLst>
        </pc:spChg>
        <pc:picChg chg="add mod ord">
          <ac:chgData name="Francesco Vicidomini" userId="5a65ccbe-944e-48d0-a204-ae9139be3ca2" providerId="ADAL" clId="{E4F8F4D2-A9A5-44C1-8889-B3227F9B14BB}" dt="2026-04-16T15:15:43.116" v="1181" actId="931"/>
          <ac:picMkLst>
            <pc:docMk/>
            <pc:sldMk cId="1094247578" sldId="420"/>
            <ac:picMk id="3" creationId="{77D0DDC2-CBC5-EC37-5FE1-8C03048CA95E}"/>
          </ac:picMkLst>
        </pc:picChg>
      </pc:sldChg>
      <pc:sldChg chg="delSp modSp add mod modClrScheme chgLayout">
        <pc:chgData name="Francesco Vicidomini" userId="5a65ccbe-944e-48d0-a204-ae9139be3ca2" providerId="ADAL" clId="{E4F8F4D2-A9A5-44C1-8889-B3227F9B14BB}" dt="2026-04-16T13:33:56.457" v="255" actId="20577"/>
        <pc:sldMkLst>
          <pc:docMk/>
          <pc:sldMk cId="3516165506" sldId="421"/>
        </pc:sldMkLst>
        <pc:spChg chg="del mod ord">
          <ac:chgData name="Francesco Vicidomini" userId="5a65ccbe-944e-48d0-a204-ae9139be3ca2" providerId="ADAL" clId="{E4F8F4D2-A9A5-44C1-8889-B3227F9B14BB}" dt="2026-04-16T13:33:13.107" v="241" actId="478"/>
          <ac:spMkLst>
            <pc:docMk/>
            <pc:sldMk cId="3516165506" sldId="421"/>
            <ac:spMk id="19" creationId="{E9E13DA4-7F65-4695-D029-0B082DD3ED46}"/>
          </ac:spMkLst>
        </pc:spChg>
        <pc:spChg chg="mod ord">
          <ac:chgData name="Francesco Vicidomini" userId="5a65ccbe-944e-48d0-a204-ae9139be3ca2" providerId="ADAL" clId="{E4F8F4D2-A9A5-44C1-8889-B3227F9B14BB}" dt="2026-04-16T13:33:56.457" v="255" actId="20577"/>
          <ac:spMkLst>
            <pc:docMk/>
            <pc:sldMk cId="3516165506" sldId="421"/>
            <ac:spMk id="20" creationId="{7B7939B7-59AE-70F8-E878-3CEC238102BB}"/>
          </ac:spMkLst>
        </pc:spChg>
        <pc:spChg chg="mod ord">
          <ac:chgData name="Francesco Vicidomini" userId="5a65ccbe-944e-48d0-a204-ae9139be3ca2" providerId="ADAL" clId="{E4F8F4D2-A9A5-44C1-8889-B3227F9B14BB}" dt="2026-04-16T13:33:06.405" v="240" actId="700"/>
          <ac:spMkLst>
            <pc:docMk/>
            <pc:sldMk cId="3516165506" sldId="421"/>
            <ac:spMk id="21" creationId="{E471FE47-3F06-D94A-3689-080D5B85BAC1}"/>
          </ac:spMkLst>
        </pc:spChg>
        <pc:spChg chg="mod ord">
          <ac:chgData name="Francesco Vicidomini" userId="5a65ccbe-944e-48d0-a204-ae9139be3ca2" providerId="ADAL" clId="{E4F8F4D2-A9A5-44C1-8889-B3227F9B14BB}" dt="2026-04-16T13:33:06.405" v="240" actId="700"/>
          <ac:spMkLst>
            <pc:docMk/>
            <pc:sldMk cId="3516165506" sldId="421"/>
            <ac:spMk id="23" creationId="{2E0F3CD6-0D19-400B-98BD-58877D895B49}"/>
          </ac:spMkLst>
        </pc:spChg>
      </pc:sldChg>
      <pc:sldChg chg="addSp delSp modSp new mod chgLayout">
        <pc:chgData name="Francesco Vicidomini" userId="5a65ccbe-944e-48d0-a204-ae9139be3ca2" providerId="ADAL" clId="{E4F8F4D2-A9A5-44C1-8889-B3227F9B14BB}" dt="2026-04-16T14:46:20.692" v="653" actId="20577"/>
        <pc:sldMkLst>
          <pc:docMk/>
          <pc:sldMk cId="1844738369" sldId="422"/>
        </pc:sldMkLst>
        <pc:spChg chg="del mod">
          <ac:chgData name="Francesco Vicidomini" userId="5a65ccbe-944e-48d0-a204-ae9139be3ca2" providerId="ADAL" clId="{E4F8F4D2-A9A5-44C1-8889-B3227F9B14BB}" dt="2026-04-16T14:30:35.450" v="534" actId="931"/>
          <ac:spMkLst>
            <pc:docMk/>
            <pc:sldMk cId="1844738369" sldId="422"/>
            <ac:spMk id="2" creationId="{DD44CA53-762D-20E9-269D-BF39F085F34A}"/>
          </ac:spMkLst>
        </pc:spChg>
        <pc:spChg chg="del">
          <ac:chgData name="Francesco Vicidomini" userId="5a65ccbe-944e-48d0-a204-ae9139be3ca2" providerId="ADAL" clId="{E4F8F4D2-A9A5-44C1-8889-B3227F9B14BB}" dt="2026-04-16T14:30:54.346" v="535" actId="700"/>
          <ac:spMkLst>
            <pc:docMk/>
            <pc:sldMk cId="1844738369" sldId="422"/>
            <ac:spMk id="3" creationId="{0210ECF3-B956-0761-2985-DBD7B6342BF5}"/>
          </ac:spMkLst>
        </pc:spChg>
        <pc:spChg chg="mod ord">
          <ac:chgData name="Francesco Vicidomini" userId="5a65ccbe-944e-48d0-a204-ae9139be3ca2" providerId="ADAL" clId="{E4F8F4D2-A9A5-44C1-8889-B3227F9B14BB}" dt="2026-04-16T14:30:54.346" v="535" actId="700"/>
          <ac:spMkLst>
            <pc:docMk/>
            <pc:sldMk cId="1844738369" sldId="422"/>
            <ac:spMk id="4" creationId="{6EBB616E-FD17-A9AA-1731-55ADAD035862}"/>
          </ac:spMkLst>
        </pc:spChg>
        <pc:spChg chg="del">
          <ac:chgData name="Francesco Vicidomini" userId="5a65ccbe-944e-48d0-a204-ae9139be3ca2" providerId="ADAL" clId="{E4F8F4D2-A9A5-44C1-8889-B3227F9B14BB}" dt="2026-04-16T14:30:54.346" v="535" actId="700"/>
          <ac:spMkLst>
            <pc:docMk/>
            <pc:sldMk cId="1844738369" sldId="422"/>
            <ac:spMk id="5" creationId="{94479446-42B3-4AAE-3B85-981530755F7F}"/>
          </ac:spMkLst>
        </pc:spChg>
        <pc:spChg chg="del">
          <ac:chgData name="Francesco Vicidomini" userId="5a65ccbe-944e-48d0-a204-ae9139be3ca2" providerId="ADAL" clId="{E4F8F4D2-A9A5-44C1-8889-B3227F9B14BB}" dt="2026-04-16T14:30:54.346" v="535" actId="700"/>
          <ac:spMkLst>
            <pc:docMk/>
            <pc:sldMk cId="1844738369" sldId="422"/>
            <ac:spMk id="6" creationId="{929C8C8F-FB50-4793-A6B1-3339836D5AA3}"/>
          </ac:spMkLst>
        </pc:spChg>
        <pc:spChg chg="add mod ord">
          <ac:chgData name="Francesco Vicidomini" userId="5a65ccbe-944e-48d0-a204-ae9139be3ca2" providerId="ADAL" clId="{E4F8F4D2-A9A5-44C1-8889-B3227F9B14BB}" dt="2026-04-16T14:46:20.692" v="653" actId="20577"/>
          <ac:spMkLst>
            <pc:docMk/>
            <pc:sldMk cId="1844738369" sldId="422"/>
            <ac:spMk id="9" creationId="{BB448727-9084-1551-D0CC-7DC1757F22E7}"/>
          </ac:spMkLst>
        </pc:spChg>
        <pc:spChg chg="add mod ord">
          <ac:chgData name="Francesco Vicidomini" userId="5a65ccbe-944e-48d0-a204-ae9139be3ca2" providerId="ADAL" clId="{E4F8F4D2-A9A5-44C1-8889-B3227F9B14BB}" dt="2026-04-16T14:44:11.722" v="555" actId="20577"/>
          <ac:spMkLst>
            <pc:docMk/>
            <pc:sldMk cId="1844738369" sldId="422"/>
            <ac:spMk id="10" creationId="{66DE618E-2DD6-010A-BE2A-3C77A5B81B2B}"/>
          </ac:spMkLst>
        </pc:spChg>
        <pc:spChg chg="add mod ord">
          <ac:chgData name="Francesco Vicidomini" userId="5a65ccbe-944e-48d0-a204-ae9139be3ca2" providerId="ADAL" clId="{E4F8F4D2-A9A5-44C1-8889-B3227F9B14BB}" dt="2026-04-16T14:44:37.453" v="561" actId="20577"/>
          <ac:spMkLst>
            <pc:docMk/>
            <pc:sldMk cId="1844738369" sldId="422"/>
            <ac:spMk id="11" creationId="{006CA8D4-2479-D004-EEB5-8D4427928D3E}"/>
          </ac:spMkLst>
        </pc:spChg>
        <pc:spChg chg="add del mod">
          <ac:chgData name="Francesco Vicidomini" userId="5a65ccbe-944e-48d0-a204-ae9139be3ca2" providerId="ADAL" clId="{E4F8F4D2-A9A5-44C1-8889-B3227F9B14BB}" dt="2026-04-16T14:41:52.325" v="541" actId="931"/>
          <ac:spMkLst>
            <pc:docMk/>
            <pc:sldMk cId="1844738369" sldId="422"/>
            <ac:spMk id="13" creationId="{F748B6B2-DDD1-B934-DBEB-2A31AE8B1629}"/>
          </ac:spMkLst>
        </pc:spChg>
        <pc:picChg chg="add del mod ord">
          <ac:chgData name="Francesco Vicidomini" userId="5a65ccbe-944e-48d0-a204-ae9139be3ca2" providerId="ADAL" clId="{E4F8F4D2-A9A5-44C1-8889-B3227F9B14BB}" dt="2026-04-16T14:31:09.367" v="536" actId="478"/>
          <ac:picMkLst>
            <pc:docMk/>
            <pc:sldMk cId="1844738369" sldId="422"/>
            <ac:picMk id="8" creationId="{D1123709-F4B4-D0DB-48FC-9798969BD4BE}"/>
          </ac:picMkLst>
        </pc:picChg>
        <pc:picChg chg="add del mod ord">
          <ac:chgData name="Francesco Vicidomini" userId="5a65ccbe-944e-48d0-a204-ae9139be3ca2" providerId="ADAL" clId="{E4F8F4D2-A9A5-44C1-8889-B3227F9B14BB}" dt="2026-04-16T14:31:20.152" v="538" actId="34307"/>
          <ac:picMkLst>
            <pc:docMk/>
            <pc:sldMk cId="1844738369" sldId="422"/>
            <ac:picMk id="14" creationId="{B4CDB62E-EC15-ABEF-499C-25ED2E505A22}"/>
          </ac:picMkLst>
        </pc:picChg>
        <pc:picChg chg="add mod ord">
          <ac:chgData name="Francesco Vicidomini" userId="5a65ccbe-944e-48d0-a204-ae9139be3ca2" providerId="ADAL" clId="{E4F8F4D2-A9A5-44C1-8889-B3227F9B14BB}" dt="2026-04-16T14:41:52.325" v="541" actId="931"/>
          <ac:picMkLst>
            <pc:docMk/>
            <pc:sldMk cId="1844738369" sldId="422"/>
            <ac:picMk id="16" creationId="{FA93AB8B-F224-E6CD-58EB-5109E1A7A0F3}"/>
          </ac:picMkLst>
        </pc:picChg>
      </pc:sldChg>
      <pc:sldChg chg="addSp delSp modSp add mod addAnim delAnim">
        <pc:chgData name="Francesco Vicidomini" userId="5a65ccbe-944e-48d0-a204-ae9139be3ca2" providerId="ADAL" clId="{E4F8F4D2-A9A5-44C1-8889-B3227F9B14BB}" dt="2026-04-16T13:52:25.544" v="474" actId="20577"/>
        <pc:sldMkLst>
          <pc:docMk/>
          <pc:sldMk cId="727304709" sldId="423"/>
        </pc:sldMkLst>
        <pc:spChg chg="mod">
          <ac:chgData name="Francesco Vicidomini" userId="5a65ccbe-944e-48d0-a204-ae9139be3ca2" providerId="ADAL" clId="{E4F8F4D2-A9A5-44C1-8889-B3227F9B14BB}" dt="2026-04-16T13:52:25.544" v="474" actId="20577"/>
          <ac:spMkLst>
            <pc:docMk/>
            <pc:sldMk cId="727304709" sldId="423"/>
            <ac:spMk id="5" creationId="{74CF0FE7-A086-694B-D673-E260C6123EBA}"/>
          </ac:spMkLst>
        </pc:spChg>
        <pc:spChg chg="del">
          <ac:chgData name="Francesco Vicidomini" userId="5a65ccbe-944e-48d0-a204-ae9139be3ca2" providerId="ADAL" clId="{E4F8F4D2-A9A5-44C1-8889-B3227F9B14BB}" dt="2026-04-16T13:51:42.413" v="449" actId="478"/>
          <ac:spMkLst>
            <pc:docMk/>
            <pc:sldMk cId="727304709" sldId="423"/>
            <ac:spMk id="12" creationId="{B00E9DFC-753B-4376-1496-117FF5CAB6FA}"/>
          </ac:spMkLst>
        </pc:spChg>
        <pc:spChg chg="del">
          <ac:chgData name="Francesco Vicidomini" userId="5a65ccbe-944e-48d0-a204-ae9139be3ca2" providerId="ADAL" clId="{E4F8F4D2-A9A5-44C1-8889-B3227F9B14BB}" dt="2026-04-16T13:51:42.413" v="449" actId="478"/>
          <ac:spMkLst>
            <pc:docMk/>
            <pc:sldMk cId="727304709" sldId="423"/>
            <ac:spMk id="13" creationId="{B217898D-0EE2-5A5C-3961-52B5D4356D05}"/>
          </ac:spMkLst>
        </pc:spChg>
        <pc:spChg chg="del">
          <ac:chgData name="Francesco Vicidomini" userId="5a65ccbe-944e-48d0-a204-ae9139be3ca2" providerId="ADAL" clId="{E4F8F4D2-A9A5-44C1-8889-B3227F9B14BB}" dt="2026-04-16T13:51:42.413" v="449" actId="478"/>
          <ac:spMkLst>
            <pc:docMk/>
            <pc:sldMk cId="727304709" sldId="423"/>
            <ac:spMk id="14" creationId="{9BCACBD6-F95C-C671-586A-5AD8800C583B}"/>
          </ac:spMkLst>
        </pc:spChg>
        <pc:spChg chg="del">
          <ac:chgData name="Francesco Vicidomini" userId="5a65ccbe-944e-48d0-a204-ae9139be3ca2" providerId="ADAL" clId="{E4F8F4D2-A9A5-44C1-8889-B3227F9B14BB}" dt="2026-04-16T13:51:42.413" v="449" actId="478"/>
          <ac:spMkLst>
            <pc:docMk/>
            <pc:sldMk cId="727304709" sldId="423"/>
            <ac:spMk id="15" creationId="{AB54CA32-825A-9494-507A-4B36DC9A749E}"/>
          </ac:spMkLst>
        </pc:spChg>
        <pc:spChg chg="add del">
          <ac:chgData name="Francesco Vicidomini" userId="5a65ccbe-944e-48d0-a204-ae9139be3ca2" providerId="ADAL" clId="{E4F8F4D2-A9A5-44C1-8889-B3227F9B14BB}" dt="2026-04-16T13:51:42.413" v="449" actId="478"/>
          <ac:spMkLst>
            <pc:docMk/>
            <pc:sldMk cId="727304709" sldId="423"/>
            <ac:spMk id="16" creationId="{029F0962-D557-7824-2ECE-2B033CC9D15F}"/>
          </ac:spMkLst>
        </pc:spChg>
        <pc:spChg chg="add del mod">
          <ac:chgData name="Francesco Vicidomini" userId="5a65ccbe-944e-48d0-a204-ae9139be3ca2" providerId="ADAL" clId="{E4F8F4D2-A9A5-44C1-8889-B3227F9B14BB}" dt="2026-04-16T13:51:21.477" v="447" actId="478"/>
          <ac:spMkLst>
            <pc:docMk/>
            <pc:sldMk cId="727304709" sldId="423"/>
            <ac:spMk id="17" creationId="{F9A050D5-823E-72EC-E8EA-7F7E713E4341}"/>
          </ac:spMkLst>
        </pc:spChg>
        <pc:spChg chg="add del">
          <ac:chgData name="Francesco Vicidomini" userId="5a65ccbe-944e-48d0-a204-ae9139be3ca2" providerId="ADAL" clId="{E4F8F4D2-A9A5-44C1-8889-B3227F9B14BB}" dt="2026-04-16T13:51:42.413" v="449" actId="478"/>
          <ac:spMkLst>
            <pc:docMk/>
            <pc:sldMk cId="727304709" sldId="423"/>
            <ac:spMk id="21" creationId="{83EEB962-0835-8744-53D1-469E2E21ADD2}"/>
          </ac:spMkLst>
        </pc:spChg>
        <pc:spChg chg="add del mod">
          <ac:chgData name="Francesco Vicidomini" userId="5a65ccbe-944e-48d0-a204-ae9139be3ca2" providerId="ADAL" clId="{E4F8F4D2-A9A5-44C1-8889-B3227F9B14BB}" dt="2026-04-16T13:52:01.973" v="452"/>
          <ac:spMkLst>
            <pc:docMk/>
            <pc:sldMk cId="727304709" sldId="423"/>
            <ac:spMk id="22" creationId="{ADE3DF8F-C69F-030F-D0FE-6AA41443CD6E}"/>
          </ac:spMkLst>
        </pc:spChg>
        <pc:graphicFrameChg chg="add del ord">
          <ac:chgData name="Francesco Vicidomini" userId="5a65ccbe-944e-48d0-a204-ae9139be3ca2" providerId="ADAL" clId="{E4F8F4D2-A9A5-44C1-8889-B3227F9B14BB}" dt="2026-04-16T13:51:48.410" v="451" actId="478"/>
          <ac:graphicFrameMkLst>
            <pc:docMk/>
            <pc:sldMk cId="727304709" sldId="423"/>
            <ac:graphicFrameMk id="3" creationId="{6DEE251E-2BB4-905D-2641-C3481AA50FED}"/>
          </ac:graphicFrameMkLst>
        </pc:graphicFrameChg>
        <pc:graphicFrameChg chg="add mod">
          <ac:chgData name="Francesco Vicidomini" userId="5a65ccbe-944e-48d0-a204-ae9139be3ca2" providerId="ADAL" clId="{E4F8F4D2-A9A5-44C1-8889-B3227F9B14BB}" dt="2026-04-16T13:52:01.973" v="452"/>
          <ac:graphicFrameMkLst>
            <pc:docMk/>
            <pc:sldMk cId="727304709" sldId="423"/>
            <ac:graphicFrameMk id="23" creationId="{C0C6E409-3CD3-4F8D-66A1-477DBCC18855}"/>
          </ac:graphicFrameMkLst>
        </pc:graphicFrameChg>
        <pc:cxnChg chg="del">
          <ac:chgData name="Francesco Vicidomini" userId="5a65ccbe-944e-48d0-a204-ae9139be3ca2" providerId="ADAL" clId="{E4F8F4D2-A9A5-44C1-8889-B3227F9B14BB}" dt="2026-04-16T13:51:42.413" v="449" actId="478"/>
          <ac:cxnSpMkLst>
            <pc:docMk/>
            <pc:sldMk cId="727304709" sldId="423"/>
            <ac:cxnSpMk id="6" creationId="{4F176B08-27A3-5A8A-C061-62FEE519A419}"/>
          </ac:cxnSpMkLst>
        </pc:cxnChg>
        <pc:cxnChg chg="del">
          <ac:chgData name="Francesco Vicidomini" userId="5a65ccbe-944e-48d0-a204-ae9139be3ca2" providerId="ADAL" clId="{E4F8F4D2-A9A5-44C1-8889-B3227F9B14BB}" dt="2026-04-16T13:51:42.413" v="449" actId="478"/>
          <ac:cxnSpMkLst>
            <pc:docMk/>
            <pc:sldMk cId="727304709" sldId="423"/>
            <ac:cxnSpMk id="7" creationId="{47C70515-D549-ADFE-6BA4-AF85E2985C21}"/>
          </ac:cxnSpMkLst>
        </pc:cxnChg>
        <pc:cxnChg chg="del">
          <ac:chgData name="Francesco Vicidomini" userId="5a65ccbe-944e-48d0-a204-ae9139be3ca2" providerId="ADAL" clId="{E4F8F4D2-A9A5-44C1-8889-B3227F9B14BB}" dt="2026-04-16T13:51:45.163" v="450" actId="478"/>
          <ac:cxnSpMkLst>
            <pc:docMk/>
            <pc:sldMk cId="727304709" sldId="423"/>
            <ac:cxnSpMk id="9" creationId="{0C66D885-D611-6FFC-3D42-602CCC727190}"/>
          </ac:cxnSpMkLst>
        </pc:cxnChg>
        <pc:cxnChg chg="del">
          <ac:chgData name="Francesco Vicidomini" userId="5a65ccbe-944e-48d0-a204-ae9139be3ca2" providerId="ADAL" clId="{E4F8F4D2-A9A5-44C1-8889-B3227F9B14BB}" dt="2026-04-16T13:51:42.413" v="449" actId="478"/>
          <ac:cxnSpMkLst>
            <pc:docMk/>
            <pc:sldMk cId="727304709" sldId="423"/>
            <ac:cxnSpMk id="10" creationId="{E4A7A728-4D23-9E19-CC34-A22E23F4980E}"/>
          </ac:cxnSpMkLst>
        </pc:cxnChg>
        <pc:cxnChg chg="del">
          <ac:chgData name="Francesco Vicidomini" userId="5a65ccbe-944e-48d0-a204-ae9139be3ca2" providerId="ADAL" clId="{E4F8F4D2-A9A5-44C1-8889-B3227F9B14BB}" dt="2026-04-16T13:51:42.413" v="449" actId="478"/>
          <ac:cxnSpMkLst>
            <pc:docMk/>
            <pc:sldMk cId="727304709" sldId="423"/>
            <ac:cxnSpMk id="11" creationId="{07BECAB9-7750-F0B8-F77A-66A34229D194}"/>
          </ac:cxnSpMkLst>
        </pc:cxnChg>
      </pc:sldChg>
      <pc:sldChg chg="addSp delSp modSp add mod">
        <pc:chgData name="Francesco Vicidomini" userId="5a65ccbe-944e-48d0-a204-ae9139be3ca2" providerId="ADAL" clId="{E4F8F4D2-A9A5-44C1-8889-B3227F9B14BB}" dt="2026-04-16T14:43:40" v="551"/>
        <pc:sldMkLst>
          <pc:docMk/>
          <pc:sldMk cId="3997076689" sldId="424"/>
        </pc:sldMkLst>
        <pc:spChg chg="add del mod">
          <ac:chgData name="Francesco Vicidomini" userId="5a65ccbe-944e-48d0-a204-ae9139be3ca2" providerId="ADAL" clId="{E4F8F4D2-A9A5-44C1-8889-B3227F9B14BB}" dt="2026-04-16T13:53:16.295" v="516"/>
          <ac:spMkLst>
            <pc:docMk/>
            <pc:sldMk cId="3997076689" sldId="424"/>
            <ac:spMk id="3" creationId="{278697E0-9D2F-1F4A-7994-00923428237C}"/>
          </ac:spMkLst>
        </pc:spChg>
        <pc:spChg chg="mod">
          <ac:chgData name="Francesco Vicidomini" userId="5a65ccbe-944e-48d0-a204-ae9139be3ca2" providerId="ADAL" clId="{E4F8F4D2-A9A5-44C1-8889-B3227F9B14BB}" dt="2026-04-16T13:53:04.219" v="513" actId="20577"/>
          <ac:spMkLst>
            <pc:docMk/>
            <pc:sldMk cId="3997076689" sldId="424"/>
            <ac:spMk id="5" creationId="{5D985C5D-539B-BAD1-E3DF-19D5C9F401A8}"/>
          </ac:spMkLst>
        </pc:spChg>
        <pc:spChg chg="add mod">
          <ac:chgData name="Francesco Vicidomini" userId="5a65ccbe-944e-48d0-a204-ae9139be3ca2" providerId="ADAL" clId="{E4F8F4D2-A9A5-44C1-8889-B3227F9B14BB}" dt="2026-04-16T14:43:40" v="551"/>
          <ac:spMkLst>
            <pc:docMk/>
            <pc:sldMk cId="3997076689" sldId="424"/>
            <ac:spMk id="8" creationId="{DFED260D-333A-229F-2F88-B71F707B04D9}"/>
          </ac:spMkLst>
        </pc:spChg>
        <pc:graphicFrameChg chg="del">
          <ac:chgData name="Francesco Vicidomini" userId="5a65ccbe-944e-48d0-a204-ae9139be3ca2" providerId="ADAL" clId="{E4F8F4D2-A9A5-44C1-8889-B3227F9B14BB}" dt="2026-04-16T13:52:50.073" v="476" actId="478"/>
          <ac:graphicFrameMkLst>
            <pc:docMk/>
            <pc:sldMk cId="3997076689" sldId="424"/>
            <ac:graphicFrameMk id="23" creationId="{F0B4EF3B-8BAF-18DB-781B-6FB94A652A42}"/>
          </ac:graphicFrameMkLst>
        </pc:graphicFrameChg>
        <pc:picChg chg="add del mod">
          <ac:chgData name="Francesco Vicidomini" userId="5a65ccbe-944e-48d0-a204-ae9139be3ca2" providerId="ADAL" clId="{E4F8F4D2-A9A5-44C1-8889-B3227F9B14BB}" dt="2026-04-16T13:53:14.427" v="515" actId="478"/>
          <ac:picMkLst>
            <pc:docMk/>
            <pc:sldMk cId="3997076689" sldId="424"/>
            <ac:picMk id="6" creationId="{6BD375F3-FFB5-6465-B15E-A59CA362E217}"/>
          </ac:picMkLst>
        </pc:picChg>
        <pc:picChg chg="add mod">
          <ac:chgData name="Francesco Vicidomini" userId="5a65ccbe-944e-48d0-a204-ae9139be3ca2" providerId="ADAL" clId="{E4F8F4D2-A9A5-44C1-8889-B3227F9B14BB}" dt="2026-04-16T13:53:16.295" v="516"/>
          <ac:picMkLst>
            <pc:docMk/>
            <pc:sldMk cId="3997076689" sldId="424"/>
            <ac:picMk id="7" creationId="{3491C589-572B-B460-4D01-BC022DFB4F31}"/>
          </ac:picMkLst>
        </pc:picChg>
      </pc:sldChg>
      <pc:sldChg chg="addSp delSp modSp add mod">
        <pc:chgData name="Francesco Vicidomini" userId="5a65ccbe-944e-48d0-a204-ae9139be3ca2" providerId="ADAL" clId="{E4F8F4D2-A9A5-44C1-8889-B3227F9B14BB}" dt="2026-04-16T13:53:49.249" v="531"/>
        <pc:sldMkLst>
          <pc:docMk/>
          <pc:sldMk cId="281833028" sldId="425"/>
        </pc:sldMkLst>
        <pc:spChg chg="add del mod">
          <ac:chgData name="Francesco Vicidomini" userId="5a65ccbe-944e-48d0-a204-ae9139be3ca2" providerId="ADAL" clId="{E4F8F4D2-A9A5-44C1-8889-B3227F9B14BB}" dt="2026-04-16T13:53:49.249" v="531"/>
          <ac:spMkLst>
            <pc:docMk/>
            <pc:sldMk cId="281833028" sldId="425"/>
            <ac:spMk id="3" creationId="{E4E33358-8E42-23F9-769A-3ACD44759F46}"/>
          </ac:spMkLst>
        </pc:spChg>
        <pc:spChg chg="mod">
          <ac:chgData name="Francesco Vicidomini" userId="5a65ccbe-944e-48d0-a204-ae9139be3ca2" providerId="ADAL" clId="{E4F8F4D2-A9A5-44C1-8889-B3227F9B14BB}" dt="2026-04-16T13:53:35.792" v="529" actId="20577"/>
          <ac:spMkLst>
            <pc:docMk/>
            <pc:sldMk cId="281833028" sldId="425"/>
            <ac:spMk id="5" creationId="{41DC4132-01EB-6BD0-8574-A4DC4471C27E}"/>
          </ac:spMkLst>
        </pc:spChg>
        <pc:picChg chg="add mod">
          <ac:chgData name="Francesco Vicidomini" userId="5a65ccbe-944e-48d0-a204-ae9139be3ca2" providerId="ADAL" clId="{E4F8F4D2-A9A5-44C1-8889-B3227F9B14BB}" dt="2026-04-16T13:53:49.249" v="531"/>
          <ac:picMkLst>
            <pc:docMk/>
            <pc:sldMk cId="281833028" sldId="425"/>
            <ac:picMk id="6" creationId="{3E7F2D59-33D5-171A-5F2C-A0B43EFA902E}"/>
          </ac:picMkLst>
        </pc:picChg>
        <pc:picChg chg="del">
          <ac:chgData name="Francesco Vicidomini" userId="5a65ccbe-944e-48d0-a204-ae9139be3ca2" providerId="ADAL" clId="{E4F8F4D2-A9A5-44C1-8889-B3227F9B14BB}" dt="2026-04-16T13:53:38.848" v="530" actId="478"/>
          <ac:picMkLst>
            <pc:docMk/>
            <pc:sldMk cId="281833028" sldId="425"/>
            <ac:picMk id="7" creationId="{CB37A12B-E30E-3EA8-0F6A-85A294E7650C}"/>
          </ac:picMkLst>
        </pc:picChg>
      </pc:sldChg>
      <pc:sldChg chg="addSp delSp modSp add mod">
        <pc:chgData name="Francesco Vicidomini" userId="5a65ccbe-944e-48d0-a204-ae9139be3ca2" providerId="ADAL" clId="{E4F8F4D2-A9A5-44C1-8889-B3227F9B14BB}" dt="2026-04-16T14:45:51.607" v="588" actId="20577"/>
        <pc:sldMkLst>
          <pc:docMk/>
          <pc:sldMk cId="1061473426" sldId="426"/>
        </pc:sldMkLst>
        <pc:spChg chg="add del mod">
          <ac:chgData name="Francesco Vicidomini" userId="5a65ccbe-944e-48d0-a204-ae9139be3ca2" providerId="ADAL" clId="{E4F8F4D2-A9A5-44C1-8889-B3227F9B14BB}" dt="2026-04-16T14:41:34.963" v="540" actId="931"/>
          <ac:spMkLst>
            <pc:docMk/>
            <pc:sldMk cId="1061473426" sldId="426"/>
            <ac:spMk id="3" creationId="{1E92B92A-476B-2FEC-750A-644DBCFD2CD3}"/>
          </ac:spMkLst>
        </pc:spChg>
        <pc:spChg chg="mod">
          <ac:chgData name="Francesco Vicidomini" userId="5a65ccbe-944e-48d0-a204-ae9139be3ca2" providerId="ADAL" clId="{E4F8F4D2-A9A5-44C1-8889-B3227F9B14BB}" dt="2026-04-16T14:45:51.607" v="588" actId="20577"/>
          <ac:spMkLst>
            <pc:docMk/>
            <pc:sldMk cId="1061473426" sldId="426"/>
            <ac:spMk id="5" creationId="{4ACA8EA0-FCA9-63D3-AE33-7AC5F015E6A9}"/>
          </ac:spMkLst>
        </pc:spChg>
        <pc:picChg chg="del">
          <ac:chgData name="Francesco Vicidomini" userId="5a65ccbe-944e-48d0-a204-ae9139be3ca2" providerId="ADAL" clId="{E4F8F4D2-A9A5-44C1-8889-B3227F9B14BB}" dt="2026-04-16T14:41:21.848" v="539" actId="478"/>
          <ac:picMkLst>
            <pc:docMk/>
            <pc:sldMk cId="1061473426" sldId="426"/>
            <ac:picMk id="6" creationId="{53EB34DE-75C9-DB45-0AE3-E241682CBF36}"/>
          </ac:picMkLst>
        </pc:picChg>
        <pc:picChg chg="add mod ord">
          <ac:chgData name="Francesco Vicidomini" userId="5a65ccbe-944e-48d0-a204-ae9139be3ca2" providerId="ADAL" clId="{E4F8F4D2-A9A5-44C1-8889-B3227F9B14BB}" dt="2026-04-16T14:41:34.963" v="540" actId="931"/>
          <ac:picMkLst>
            <pc:docMk/>
            <pc:sldMk cId="1061473426" sldId="426"/>
            <ac:picMk id="8" creationId="{FFF3A409-96C9-C833-F184-6315C5AC61A0}"/>
          </ac:picMkLst>
        </pc:picChg>
      </pc:sldChg>
      <pc:sldChg chg="addSp delSp modSp new mod ord">
        <pc:chgData name="Francesco Vicidomini" userId="5a65ccbe-944e-48d0-a204-ae9139be3ca2" providerId="ADAL" clId="{E4F8F4D2-A9A5-44C1-8889-B3227F9B14BB}" dt="2026-04-16T14:46:04.898" v="617" actId="20577"/>
        <pc:sldMkLst>
          <pc:docMk/>
          <pc:sldMk cId="3285514088" sldId="427"/>
        </pc:sldMkLst>
        <pc:spChg chg="del">
          <ac:chgData name="Francesco Vicidomini" userId="5a65ccbe-944e-48d0-a204-ae9139be3ca2" providerId="ADAL" clId="{E4F8F4D2-A9A5-44C1-8889-B3227F9B14BB}" dt="2026-04-16T14:42:18.367" v="544" actId="931"/>
          <ac:spMkLst>
            <pc:docMk/>
            <pc:sldMk cId="3285514088" sldId="427"/>
            <ac:spMk id="2" creationId="{33E42681-9EA8-90EF-31C0-04E5653E6EBF}"/>
          </ac:spMkLst>
        </pc:spChg>
        <pc:spChg chg="mod">
          <ac:chgData name="Francesco Vicidomini" userId="5a65ccbe-944e-48d0-a204-ae9139be3ca2" providerId="ADAL" clId="{E4F8F4D2-A9A5-44C1-8889-B3227F9B14BB}" dt="2026-04-16T14:46:04.898" v="617" actId="20577"/>
          <ac:spMkLst>
            <pc:docMk/>
            <pc:sldMk cId="3285514088" sldId="427"/>
            <ac:spMk id="3" creationId="{71E9153D-8809-1C72-F28F-A4F52FF01488}"/>
          </ac:spMkLst>
        </pc:spChg>
        <pc:spChg chg="mod">
          <ac:chgData name="Francesco Vicidomini" userId="5a65ccbe-944e-48d0-a204-ae9139be3ca2" providerId="ADAL" clId="{E4F8F4D2-A9A5-44C1-8889-B3227F9B14BB}" dt="2026-04-16T14:44:05.401" v="553" actId="20577"/>
          <ac:spMkLst>
            <pc:docMk/>
            <pc:sldMk cId="3285514088" sldId="427"/>
            <ac:spMk id="5" creationId="{ED301EAC-8AFD-314D-2866-DD12E7EDF3A7}"/>
          </ac:spMkLst>
        </pc:spChg>
        <pc:spChg chg="mod">
          <ac:chgData name="Francesco Vicidomini" userId="5a65ccbe-944e-48d0-a204-ae9139be3ca2" providerId="ADAL" clId="{E4F8F4D2-A9A5-44C1-8889-B3227F9B14BB}" dt="2026-04-16T14:44:32.818" v="559" actId="20577"/>
          <ac:spMkLst>
            <pc:docMk/>
            <pc:sldMk cId="3285514088" sldId="427"/>
            <ac:spMk id="6" creationId="{09123C36-DA23-8937-0248-89223422CF6D}"/>
          </ac:spMkLst>
        </pc:spChg>
        <pc:picChg chg="add mod ord">
          <ac:chgData name="Francesco Vicidomini" userId="5a65ccbe-944e-48d0-a204-ae9139be3ca2" providerId="ADAL" clId="{E4F8F4D2-A9A5-44C1-8889-B3227F9B14BB}" dt="2026-04-16T14:42:18.367" v="544" actId="931"/>
          <ac:picMkLst>
            <pc:docMk/>
            <pc:sldMk cId="3285514088" sldId="427"/>
            <ac:picMk id="8" creationId="{EBE0F8A6-E805-D021-DDD7-00868ECBC435}"/>
          </ac:picMkLst>
        </pc:picChg>
      </pc:sldChg>
      <pc:sldChg chg="addSp delSp modSp new mod">
        <pc:chgData name="Francesco Vicidomini" userId="5a65ccbe-944e-48d0-a204-ae9139be3ca2" providerId="ADAL" clId="{E4F8F4D2-A9A5-44C1-8889-B3227F9B14BB}" dt="2026-04-16T14:46:40.535" v="698" actId="20577"/>
        <pc:sldMkLst>
          <pc:docMk/>
          <pc:sldMk cId="3792520796" sldId="428"/>
        </pc:sldMkLst>
        <pc:spChg chg="add del">
          <ac:chgData name="Francesco Vicidomini" userId="5a65ccbe-944e-48d0-a204-ae9139be3ca2" providerId="ADAL" clId="{E4F8F4D2-A9A5-44C1-8889-B3227F9B14BB}" dt="2026-04-16T14:43:10.644" v="549" actId="931"/>
          <ac:spMkLst>
            <pc:docMk/>
            <pc:sldMk cId="3792520796" sldId="428"/>
            <ac:spMk id="2" creationId="{487A189C-026D-860E-FB90-39BD1DE8CD4C}"/>
          </ac:spMkLst>
        </pc:spChg>
        <pc:spChg chg="mod">
          <ac:chgData name="Francesco Vicidomini" userId="5a65ccbe-944e-48d0-a204-ae9139be3ca2" providerId="ADAL" clId="{E4F8F4D2-A9A5-44C1-8889-B3227F9B14BB}" dt="2026-04-16T14:46:40.535" v="698" actId="20577"/>
          <ac:spMkLst>
            <pc:docMk/>
            <pc:sldMk cId="3792520796" sldId="428"/>
            <ac:spMk id="3" creationId="{E3112ECF-923E-70C1-95D6-77D6E8025709}"/>
          </ac:spMkLst>
        </pc:spChg>
        <pc:spChg chg="mod">
          <ac:chgData name="Francesco Vicidomini" userId="5a65ccbe-944e-48d0-a204-ae9139be3ca2" providerId="ADAL" clId="{E4F8F4D2-A9A5-44C1-8889-B3227F9B14BB}" dt="2026-04-16T14:44:16.297" v="557" actId="20577"/>
          <ac:spMkLst>
            <pc:docMk/>
            <pc:sldMk cId="3792520796" sldId="428"/>
            <ac:spMk id="5" creationId="{55111AD8-7A8F-8229-8865-8A4BCA3D249A}"/>
          </ac:spMkLst>
        </pc:spChg>
        <pc:spChg chg="mod">
          <ac:chgData name="Francesco Vicidomini" userId="5a65ccbe-944e-48d0-a204-ae9139be3ca2" providerId="ADAL" clId="{E4F8F4D2-A9A5-44C1-8889-B3227F9B14BB}" dt="2026-04-16T14:44:42.042" v="563" actId="20577"/>
          <ac:spMkLst>
            <pc:docMk/>
            <pc:sldMk cId="3792520796" sldId="428"/>
            <ac:spMk id="6" creationId="{AD4CDEE7-A557-AAF9-44DF-454845C64A12}"/>
          </ac:spMkLst>
        </pc:spChg>
        <pc:picChg chg="add del mod ord">
          <ac:chgData name="Francesco Vicidomini" userId="5a65ccbe-944e-48d0-a204-ae9139be3ca2" providerId="ADAL" clId="{E4F8F4D2-A9A5-44C1-8889-B3227F9B14BB}" dt="2026-04-16T14:42:50.147" v="548" actId="931"/>
          <ac:picMkLst>
            <pc:docMk/>
            <pc:sldMk cId="3792520796" sldId="428"/>
            <ac:picMk id="8" creationId="{138C4911-D957-7CE0-47A1-006BADD34DCD}"/>
          </ac:picMkLst>
        </pc:picChg>
        <pc:picChg chg="add mod ord">
          <ac:chgData name="Francesco Vicidomini" userId="5a65ccbe-944e-48d0-a204-ae9139be3ca2" providerId="ADAL" clId="{E4F8F4D2-A9A5-44C1-8889-B3227F9B14BB}" dt="2026-04-16T14:43:10.644" v="549" actId="931"/>
          <ac:picMkLst>
            <pc:docMk/>
            <pc:sldMk cId="3792520796" sldId="428"/>
            <ac:picMk id="10" creationId="{82881365-E1FC-7904-A425-A47BEC7EF0CC}"/>
          </ac:picMkLst>
        </pc:picChg>
      </pc:sldChg>
      <pc:sldChg chg="addSp delSp modSp new mod modAnim">
        <pc:chgData name="Francesco Vicidomini" userId="5a65ccbe-944e-48d0-a204-ae9139be3ca2" providerId="ADAL" clId="{E4F8F4D2-A9A5-44C1-8889-B3227F9B14BB}" dt="2026-04-16T15:14:28.233" v="1180" actId="207"/>
        <pc:sldMkLst>
          <pc:docMk/>
          <pc:sldMk cId="1221128399" sldId="429"/>
        </pc:sldMkLst>
        <pc:spChg chg="del">
          <ac:chgData name="Francesco Vicidomini" userId="5a65ccbe-944e-48d0-a204-ae9139be3ca2" providerId="ADAL" clId="{E4F8F4D2-A9A5-44C1-8889-B3227F9B14BB}" dt="2026-04-16T14:51:11.466" v="703" actId="931"/>
          <ac:spMkLst>
            <pc:docMk/>
            <pc:sldMk cId="1221128399" sldId="429"/>
            <ac:spMk id="2" creationId="{A670DD58-1ADF-E420-EF80-9E50766234DB}"/>
          </ac:spMkLst>
        </pc:spChg>
        <pc:spChg chg="mod">
          <ac:chgData name="Francesco Vicidomini" userId="5a65ccbe-944e-48d0-a204-ae9139be3ca2" providerId="ADAL" clId="{E4F8F4D2-A9A5-44C1-8889-B3227F9B14BB}" dt="2026-04-16T14:48:00.420" v="700"/>
          <ac:spMkLst>
            <pc:docMk/>
            <pc:sldMk cId="1221128399" sldId="429"/>
            <ac:spMk id="3" creationId="{7B0D4ADA-B6E7-4B10-7B8B-01FA729DCA7C}"/>
          </ac:spMkLst>
        </pc:spChg>
        <pc:spChg chg="mod">
          <ac:chgData name="Francesco Vicidomini" userId="5a65ccbe-944e-48d0-a204-ae9139be3ca2" providerId="ADAL" clId="{E4F8F4D2-A9A5-44C1-8889-B3227F9B14BB}" dt="2026-04-16T14:48:09.448" v="702" actId="20577"/>
          <ac:spMkLst>
            <pc:docMk/>
            <pc:sldMk cId="1221128399" sldId="429"/>
            <ac:spMk id="5" creationId="{4D8ABCAB-B6E8-E6E4-DC96-4678B1B1AF72}"/>
          </ac:spMkLst>
        </pc:spChg>
        <pc:spChg chg="mod">
          <ac:chgData name="Francesco Vicidomini" userId="5a65ccbe-944e-48d0-a204-ae9139be3ca2" providerId="ADAL" clId="{E4F8F4D2-A9A5-44C1-8889-B3227F9B14BB}" dt="2026-04-16T14:51:31.989" v="705" actId="20577"/>
          <ac:spMkLst>
            <pc:docMk/>
            <pc:sldMk cId="1221128399" sldId="429"/>
            <ac:spMk id="6" creationId="{57A84F1D-7783-C765-625F-C5E6F2C2D294}"/>
          </ac:spMkLst>
        </pc:spChg>
        <pc:spChg chg="add mod">
          <ac:chgData name="Francesco Vicidomini" userId="5a65ccbe-944e-48d0-a204-ae9139be3ca2" providerId="ADAL" clId="{E4F8F4D2-A9A5-44C1-8889-B3227F9B14BB}" dt="2026-04-16T14:56:56.792" v="731" actId="20577"/>
          <ac:spMkLst>
            <pc:docMk/>
            <pc:sldMk cId="1221128399" sldId="429"/>
            <ac:spMk id="9" creationId="{B38A3EFF-1FBA-5B4F-FF59-29A86E34BE76}"/>
          </ac:spMkLst>
        </pc:spChg>
        <pc:spChg chg="add mod">
          <ac:chgData name="Francesco Vicidomini" userId="5a65ccbe-944e-48d0-a204-ae9139be3ca2" providerId="ADAL" clId="{E4F8F4D2-A9A5-44C1-8889-B3227F9B14BB}" dt="2026-04-16T15:06:05.680" v="1115" actId="14100"/>
          <ac:spMkLst>
            <pc:docMk/>
            <pc:sldMk cId="1221128399" sldId="429"/>
            <ac:spMk id="10" creationId="{85678D76-33BD-3069-07B8-B3AD67ED5D59}"/>
          </ac:spMkLst>
        </pc:spChg>
        <pc:spChg chg="add mod">
          <ac:chgData name="Francesco Vicidomini" userId="5a65ccbe-944e-48d0-a204-ae9139be3ca2" providerId="ADAL" clId="{E4F8F4D2-A9A5-44C1-8889-B3227F9B14BB}" dt="2026-04-16T15:08:09.004" v="1130" actId="552"/>
          <ac:spMkLst>
            <pc:docMk/>
            <pc:sldMk cId="1221128399" sldId="429"/>
            <ac:spMk id="15" creationId="{AE18B9A5-4D2A-4D58-FDE2-39060C2E3FB3}"/>
          </ac:spMkLst>
        </pc:spChg>
        <pc:spChg chg="add mod">
          <ac:chgData name="Francesco Vicidomini" userId="5a65ccbe-944e-48d0-a204-ae9139be3ca2" providerId="ADAL" clId="{E4F8F4D2-A9A5-44C1-8889-B3227F9B14BB}" dt="2026-04-16T15:08:09.004" v="1130" actId="552"/>
          <ac:spMkLst>
            <pc:docMk/>
            <pc:sldMk cId="1221128399" sldId="429"/>
            <ac:spMk id="16" creationId="{606FC989-407C-D71F-971A-E3DFBF3A2146}"/>
          </ac:spMkLst>
        </pc:spChg>
        <pc:spChg chg="add mod">
          <ac:chgData name="Francesco Vicidomini" userId="5a65ccbe-944e-48d0-a204-ae9139be3ca2" providerId="ADAL" clId="{E4F8F4D2-A9A5-44C1-8889-B3227F9B14BB}" dt="2026-04-16T15:08:09.004" v="1130" actId="552"/>
          <ac:spMkLst>
            <pc:docMk/>
            <pc:sldMk cId="1221128399" sldId="429"/>
            <ac:spMk id="17" creationId="{6550D6C8-A055-0BC3-F90B-32784B2CC6D2}"/>
          </ac:spMkLst>
        </pc:spChg>
        <pc:spChg chg="add mod">
          <ac:chgData name="Francesco Vicidomini" userId="5a65ccbe-944e-48d0-a204-ae9139be3ca2" providerId="ADAL" clId="{E4F8F4D2-A9A5-44C1-8889-B3227F9B14BB}" dt="2026-04-16T15:08:09.004" v="1130" actId="552"/>
          <ac:spMkLst>
            <pc:docMk/>
            <pc:sldMk cId="1221128399" sldId="429"/>
            <ac:spMk id="18" creationId="{CBDBFBBE-3748-AE4C-E07C-38D36901E388}"/>
          </ac:spMkLst>
        </pc:spChg>
        <pc:spChg chg="add mod">
          <ac:chgData name="Francesco Vicidomini" userId="5a65ccbe-944e-48d0-a204-ae9139be3ca2" providerId="ADAL" clId="{E4F8F4D2-A9A5-44C1-8889-B3227F9B14BB}" dt="2026-04-16T15:08:09.004" v="1130" actId="552"/>
          <ac:spMkLst>
            <pc:docMk/>
            <pc:sldMk cId="1221128399" sldId="429"/>
            <ac:spMk id="19" creationId="{10A98106-6967-E1C7-1DF9-BD077D05CC0E}"/>
          </ac:spMkLst>
        </pc:spChg>
        <pc:picChg chg="add mod">
          <ac:chgData name="Francesco Vicidomini" userId="5a65ccbe-944e-48d0-a204-ae9139be3ca2" providerId="ADAL" clId="{E4F8F4D2-A9A5-44C1-8889-B3227F9B14BB}" dt="2026-04-16T15:14:28.233" v="1180" actId="207"/>
          <ac:picMkLst>
            <pc:docMk/>
            <pc:sldMk cId="1221128399" sldId="429"/>
            <ac:picMk id="8" creationId="{70B5D1F4-FDAC-5B28-BF4F-746F5BE22BE7}"/>
          </ac:picMkLst>
        </pc:picChg>
        <pc:cxnChg chg="add mod">
          <ac:chgData name="Francesco Vicidomini" userId="5a65ccbe-944e-48d0-a204-ae9139be3ca2" providerId="ADAL" clId="{E4F8F4D2-A9A5-44C1-8889-B3227F9B14BB}" dt="2026-04-16T15:06:05.680" v="1115" actId="14100"/>
          <ac:cxnSpMkLst>
            <pc:docMk/>
            <pc:sldMk cId="1221128399" sldId="429"/>
            <ac:cxnSpMk id="11" creationId="{DAFFD21D-15AF-3DFB-513A-3E37BC5C2389}"/>
          </ac:cxnSpMkLst>
        </pc:cxnChg>
        <pc:cxnChg chg="add mod">
          <ac:chgData name="Francesco Vicidomini" userId="5a65ccbe-944e-48d0-a204-ae9139be3ca2" providerId="ADAL" clId="{E4F8F4D2-A9A5-44C1-8889-B3227F9B14BB}" dt="2026-04-16T15:08:28.141" v="1134" actId="14100"/>
          <ac:cxnSpMkLst>
            <pc:docMk/>
            <pc:sldMk cId="1221128399" sldId="429"/>
            <ac:cxnSpMk id="20" creationId="{B0FC3989-E3B8-561C-FFB7-D1AB5EF8BBAE}"/>
          </ac:cxnSpMkLst>
        </pc:cxnChg>
        <pc:cxnChg chg="add mod">
          <ac:chgData name="Francesco Vicidomini" userId="5a65ccbe-944e-48d0-a204-ae9139be3ca2" providerId="ADAL" clId="{E4F8F4D2-A9A5-44C1-8889-B3227F9B14BB}" dt="2026-04-16T15:08:56.998" v="1139" actId="14100"/>
          <ac:cxnSpMkLst>
            <pc:docMk/>
            <pc:sldMk cId="1221128399" sldId="429"/>
            <ac:cxnSpMk id="23" creationId="{CE2A1B1A-0949-9901-031B-0D996B3F1ADC}"/>
          </ac:cxnSpMkLst>
        </pc:cxnChg>
        <pc:cxnChg chg="add mod">
          <ac:chgData name="Francesco Vicidomini" userId="5a65ccbe-944e-48d0-a204-ae9139be3ca2" providerId="ADAL" clId="{E4F8F4D2-A9A5-44C1-8889-B3227F9B14BB}" dt="2026-04-16T15:09:11.859" v="1143" actId="14100"/>
          <ac:cxnSpMkLst>
            <pc:docMk/>
            <pc:sldMk cId="1221128399" sldId="429"/>
            <ac:cxnSpMk id="27" creationId="{B9D213F1-6CB4-3D33-195C-FD86B2C9EF4C}"/>
          </ac:cxnSpMkLst>
        </pc:cxnChg>
        <pc:cxnChg chg="add mod">
          <ac:chgData name="Francesco Vicidomini" userId="5a65ccbe-944e-48d0-a204-ae9139be3ca2" providerId="ADAL" clId="{E4F8F4D2-A9A5-44C1-8889-B3227F9B14BB}" dt="2026-04-16T15:09:25.646" v="1147" actId="14100"/>
          <ac:cxnSpMkLst>
            <pc:docMk/>
            <pc:sldMk cId="1221128399" sldId="429"/>
            <ac:cxnSpMk id="30" creationId="{1F48D403-5660-3E4B-DD3C-83D55FB33B72}"/>
          </ac:cxnSpMkLst>
        </pc:cxnChg>
        <pc:cxnChg chg="add mod">
          <ac:chgData name="Francesco Vicidomini" userId="5a65ccbe-944e-48d0-a204-ae9139be3ca2" providerId="ADAL" clId="{E4F8F4D2-A9A5-44C1-8889-B3227F9B14BB}" dt="2026-04-16T15:09:41.784" v="1152" actId="14100"/>
          <ac:cxnSpMkLst>
            <pc:docMk/>
            <pc:sldMk cId="1221128399" sldId="429"/>
            <ac:cxnSpMk id="33" creationId="{0861895C-9AE6-CF20-6856-19D51FECDC22}"/>
          </ac:cxnSpMkLst>
        </pc:cxnChg>
      </pc:sldChg>
      <pc:sldChg chg="modSp new mod">
        <pc:chgData name="Francesco Vicidomini" userId="5a65ccbe-944e-48d0-a204-ae9139be3ca2" providerId="ADAL" clId="{E4F8F4D2-A9A5-44C1-8889-B3227F9B14BB}" dt="2026-04-16T15:22:53.463" v="1739" actId="20577"/>
        <pc:sldMkLst>
          <pc:docMk/>
          <pc:sldMk cId="932701538" sldId="430"/>
        </pc:sldMkLst>
        <pc:spChg chg="mod">
          <ac:chgData name="Francesco Vicidomini" userId="5a65ccbe-944e-48d0-a204-ae9139be3ca2" providerId="ADAL" clId="{E4F8F4D2-A9A5-44C1-8889-B3227F9B14BB}" dt="2026-04-16T15:22:53.463" v="1739" actId="20577"/>
          <ac:spMkLst>
            <pc:docMk/>
            <pc:sldMk cId="932701538" sldId="430"/>
            <ac:spMk id="2" creationId="{C475D6E4-DCD8-6045-7796-D02124295524}"/>
          </ac:spMkLst>
        </pc:spChg>
        <pc:spChg chg="mod">
          <ac:chgData name="Francesco Vicidomini" userId="5a65ccbe-944e-48d0-a204-ae9139be3ca2" providerId="ADAL" clId="{E4F8F4D2-A9A5-44C1-8889-B3227F9B14BB}" dt="2026-04-16T15:17:26.828" v="1242" actId="20577"/>
          <ac:spMkLst>
            <pc:docMk/>
            <pc:sldMk cId="932701538" sldId="430"/>
            <ac:spMk id="3" creationId="{1876D528-543F-D88F-DA3D-93CA0FD1DFE7}"/>
          </ac:spMkLst>
        </pc:spChg>
        <pc:spChg chg="mod">
          <ac:chgData name="Francesco Vicidomini" userId="5a65ccbe-944e-48d0-a204-ae9139be3ca2" providerId="ADAL" clId="{E4F8F4D2-A9A5-44C1-8889-B3227F9B14BB}" dt="2026-04-16T15:16:34.337" v="1184" actId="20577"/>
          <ac:spMkLst>
            <pc:docMk/>
            <pc:sldMk cId="932701538" sldId="430"/>
            <ac:spMk id="5" creationId="{370AFE61-A5AF-3404-47D7-E9D810743DCB}"/>
          </ac:spMkLst>
        </pc:spChg>
        <pc:spChg chg="mod">
          <ac:chgData name="Francesco Vicidomini" userId="5a65ccbe-944e-48d0-a204-ae9139be3ca2" providerId="ADAL" clId="{E4F8F4D2-A9A5-44C1-8889-B3227F9B14BB}" dt="2026-04-16T15:16:46.580" v="1186" actId="20577"/>
          <ac:spMkLst>
            <pc:docMk/>
            <pc:sldMk cId="932701538" sldId="430"/>
            <ac:spMk id="6" creationId="{B392A1F2-D076-5340-0336-A11791402B45}"/>
          </ac:spMkLst>
        </pc:spChg>
      </pc:sldChg>
      <pc:sldChg chg="modSp new del mod">
        <pc:chgData name="Francesco Vicidomini" userId="5a65ccbe-944e-48d0-a204-ae9139be3ca2" providerId="ADAL" clId="{E4F8F4D2-A9A5-44C1-8889-B3227F9B14BB}" dt="2026-04-16T15:11:06.459" v="1158" actId="47"/>
        <pc:sldMkLst>
          <pc:docMk/>
          <pc:sldMk cId="3789446945" sldId="430"/>
        </pc:sldMkLst>
        <pc:spChg chg="mod">
          <ac:chgData name="Francesco Vicidomini" userId="5a65ccbe-944e-48d0-a204-ae9139be3ca2" providerId="ADAL" clId="{E4F8F4D2-A9A5-44C1-8889-B3227F9B14BB}" dt="2026-04-16T15:10:36.847" v="1157" actId="20577"/>
          <ac:spMkLst>
            <pc:docMk/>
            <pc:sldMk cId="3789446945" sldId="430"/>
            <ac:spMk id="5" creationId="{283044D9-C01F-1182-010C-4FECADA98C31}"/>
          </ac:spMkLst>
        </pc:spChg>
        <pc:spChg chg="mod">
          <ac:chgData name="Francesco Vicidomini" userId="5a65ccbe-944e-48d0-a204-ae9139be3ca2" providerId="ADAL" clId="{E4F8F4D2-A9A5-44C1-8889-B3227F9B14BB}" dt="2026-04-16T15:10:28.148" v="1155" actId="20577"/>
          <ac:spMkLst>
            <pc:docMk/>
            <pc:sldMk cId="3789446945" sldId="430"/>
            <ac:spMk id="6" creationId="{83AA3CB3-1D6F-8C56-B71C-C10B5EF63BD5}"/>
          </ac:spMkLst>
        </pc:spChg>
      </pc:sldChg>
      <pc:sldChg chg="addSp delSp modSp new mod">
        <pc:chgData name="Francesco Vicidomini" userId="5a65ccbe-944e-48d0-a204-ae9139be3ca2" providerId="ADAL" clId="{E4F8F4D2-A9A5-44C1-8889-B3227F9B14BB}" dt="2026-04-17T06:32:41.540" v="1779" actId="20577"/>
        <pc:sldMkLst>
          <pc:docMk/>
          <pc:sldMk cId="3069860542" sldId="431"/>
        </pc:sldMkLst>
        <pc:spChg chg="add del">
          <ac:chgData name="Francesco Vicidomini" userId="5a65ccbe-944e-48d0-a204-ae9139be3ca2" providerId="ADAL" clId="{E4F8F4D2-A9A5-44C1-8889-B3227F9B14BB}" dt="2026-04-17T06:30:21.033" v="1743" actId="931"/>
          <ac:spMkLst>
            <pc:docMk/>
            <pc:sldMk cId="3069860542" sldId="431"/>
            <ac:spMk id="2" creationId="{E0DBF237-1751-AD0B-51A8-DA52FA8E740D}"/>
          </ac:spMkLst>
        </pc:spChg>
        <pc:spChg chg="mod">
          <ac:chgData name="Francesco Vicidomini" userId="5a65ccbe-944e-48d0-a204-ae9139be3ca2" providerId="ADAL" clId="{E4F8F4D2-A9A5-44C1-8889-B3227F9B14BB}" dt="2026-04-17T06:32:41.540" v="1779" actId="20577"/>
          <ac:spMkLst>
            <pc:docMk/>
            <pc:sldMk cId="3069860542" sldId="431"/>
            <ac:spMk id="3" creationId="{8648C3B4-C936-66A8-C775-F48A530A7362}"/>
          </ac:spMkLst>
        </pc:spChg>
        <pc:spChg chg="mod">
          <ac:chgData name="Francesco Vicidomini" userId="5a65ccbe-944e-48d0-a204-ae9139be3ca2" providerId="ADAL" clId="{E4F8F4D2-A9A5-44C1-8889-B3227F9B14BB}" dt="2026-04-17T06:31:41.240" v="1752" actId="20577"/>
          <ac:spMkLst>
            <pc:docMk/>
            <pc:sldMk cId="3069860542" sldId="431"/>
            <ac:spMk id="5" creationId="{1B6E4F78-95E8-11BA-CEE0-ABA94361D9DF}"/>
          </ac:spMkLst>
        </pc:spChg>
        <pc:spChg chg="mod">
          <ac:chgData name="Francesco Vicidomini" userId="5a65ccbe-944e-48d0-a204-ae9139be3ca2" providerId="ADAL" clId="{E4F8F4D2-A9A5-44C1-8889-B3227F9B14BB}" dt="2026-04-17T06:31:29.141" v="1750" actId="20577"/>
          <ac:spMkLst>
            <pc:docMk/>
            <pc:sldMk cId="3069860542" sldId="431"/>
            <ac:spMk id="6" creationId="{BD02577D-8AF2-5B5D-DA66-4330D24A5EC2}"/>
          </ac:spMkLst>
        </pc:spChg>
        <pc:picChg chg="add del mod ord">
          <ac:chgData name="Francesco Vicidomini" userId="5a65ccbe-944e-48d0-a204-ae9139be3ca2" providerId="ADAL" clId="{E4F8F4D2-A9A5-44C1-8889-B3227F9B14BB}" dt="2026-04-17T06:30:13.518" v="1742" actId="931"/>
          <ac:picMkLst>
            <pc:docMk/>
            <pc:sldMk cId="3069860542" sldId="431"/>
            <ac:picMk id="8" creationId="{2CD32FEE-36B9-BA8E-91F9-F6CB49661398}"/>
          </ac:picMkLst>
        </pc:picChg>
        <pc:picChg chg="add mod ord">
          <ac:chgData name="Francesco Vicidomini" userId="5a65ccbe-944e-48d0-a204-ae9139be3ca2" providerId="ADAL" clId="{E4F8F4D2-A9A5-44C1-8889-B3227F9B14BB}" dt="2026-04-17T06:30:21.033" v="1743" actId="931"/>
          <ac:picMkLst>
            <pc:docMk/>
            <pc:sldMk cId="3069860542" sldId="431"/>
            <ac:picMk id="10" creationId="{B355509B-3C39-A427-EB6E-D53829F89027}"/>
          </ac:picMkLst>
        </pc:picChg>
      </pc:sldChg>
    </pc:docChg>
  </pc:docChgLst>
  <pc:docChgLst>
    <pc:chgData name="Chiara Piano" userId="S::chiara.piano@eng.it::e95f93c0-3b87-41cf-98e6-aa2c2bb65620" providerId="AD" clId="Web-{076B44AF-3EC9-B557-1EE3-DD9E0FA096B8}"/>
    <pc:docChg chg="modSld">
      <pc:chgData name="Chiara Piano" userId="S::chiara.piano@eng.it::e95f93c0-3b87-41cf-98e6-aa2c2bb65620" providerId="AD" clId="Web-{076B44AF-3EC9-B557-1EE3-DD9E0FA096B8}" dt="2026-04-16T15:56:21.965" v="62" actId="1076"/>
      <pc:docMkLst>
        <pc:docMk/>
      </pc:docMkLst>
      <pc:sldChg chg="modSp">
        <pc:chgData name="Chiara Piano" userId="S::chiara.piano@eng.it::e95f93c0-3b87-41cf-98e6-aa2c2bb65620" providerId="AD" clId="Web-{076B44AF-3EC9-B557-1EE3-DD9E0FA096B8}" dt="2026-04-16T15:56:21.965" v="62" actId="1076"/>
        <pc:sldMkLst>
          <pc:docMk/>
          <pc:sldMk cId="3569547700" sldId="419"/>
        </pc:sldMkLst>
        <pc:spChg chg="mod">
          <ac:chgData name="Chiara Piano" userId="S::chiara.piano@eng.it::e95f93c0-3b87-41cf-98e6-aa2c2bb65620" providerId="AD" clId="Web-{076B44AF-3EC9-B557-1EE3-DD9E0FA096B8}" dt="2026-04-16T15:56:04.244" v="57" actId="1076"/>
          <ac:spMkLst>
            <pc:docMk/>
            <pc:sldMk cId="3569547700" sldId="419"/>
            <ac:spMk id="5" creationId="{C8BF9F27-9B38-D707-7083-94DEDD49219A}"/>
          </ac:spMkLst>
        </pc:spChg>
        <pc:spChg chg="mod">
          <ac:chgData name="Chiara Piano" userId="S::chiara.piano@eng.it::e95f93c0-3b87-41cf-98e6-aa2c2bb65620" providerId="AD" clId="Web-{076B44AF-3EC9-B557-1EE3-DD9E0FA096B8}" dt="2026-04-16T15:56:04.260" v="58" actId="1076"/>
          <ac:spMkLst>
            <pc:docMk/>
            <pc:sldMk cId="3569547700" sldId="419"/>
            <ac:spMk id="12" creationId="{BD163524-C5F1-9DA8-4B4A-09A167625FE9}"/>
          </ac:spMkLst>
        </pc:spChg>
        <pc:spChg chg="mod">
          <ac:chgData name="Chiara Piano" userId="S::chiara.piano@eng.it::e95f93c0-3b87-41cf-98e6-aa2c2bb65620" providerId="AD" clId="Web-{076B44AF-3EC9-B557-1EE3-DD9E0FA096B8}" dt="2026-04-16T15:56:04.275" v="59" actId="1076"/>
          <ac:spMkLst>
            <pc:docMk/>
            <pc:sldMk cId="3569547700" sldId="419"/>
            <ac:spMk id="13" creationId="{98108663-7DEF-6755-3E21-1FE7C92BB5F2}"/>
          </ac:spMkLst>
        </pc:spChg>
        <pc:spChg chg="mod">
          <ac:chgData name="Chiara Piano" userId="S::chiara.piano@eng.it::e95f93c0-3b87-41cf-98e6-aa2c2bb65620" providerId="AD" clId="Web-{076B44AF-3EC9-B557-1EE3-DD9E0FA096B8}" dt="2026-04-16T15:56:04.291" v="60" actId="1076"/>
          <ac:spMkLst>
            <pc:docMk/>
            <pc:sldMk cId="3569547700" sldId="419"/>
            <ac:spMk id="14" creationId="{DC0C1C91-05E4-11A3-6F09-CB1A96966722}"/>
          </ac:spMkLst>
        </pc:spChg>
        <pc:spChg chg="mod">
          <ac:chgData name="Chiara Piano" userId="S::chiara.piano@eng.it::e95f93c0-3b87-41cf-98e6-aa2c2bb65620" providerId="AD" clId="Web-{076B44AF-3EC9-B557-1EE3-DD9E0FA096B8}" dt="2026-04-16T15:55:53.586" v="55"/>
          <ac:spMkLst>
            <pc:docMk/>
            <pc:sldMk cId="3569547700" sldId="419"/>
            <ac:spMk id="15" creationId="{28D2B97C-3D46-C98F-4834-C09E366E51E9}"/>
          </ac:spMkLst>
        </pc:spChg>
        <pc:spChg chg="mod">
          <ac:chgData name="Chiara Piano" userId="S::chiara.piano@eng.it::e95f93c0-3b87-41cf-98e6-aa2c2bb65620" providerId="AD" clId="Web-{076B44AF-3EC9-B557-1EE3-DD9E0FA096B8}" dt="2026-04-16T15:55:53.618" v="56"/>
          <ac:spMkLst>
            <pc:docMk/>
            <pc:sldMk cId="3569547700" sldId="419"/>
            <ac:spMk id="16" creationId="{C5CE6155-2628-0E9F-8266-08737FAD212A}"/>
          </ac:spMkLst>
        </pc:spChg>
        <pc:graphicFrameChg chg="mod">
          <ac:chgData name="Chiara Piano" userId="S::chiara.piano@eng.it::e95f93c0-3b87-41cf-98e6-aa2c2bb65620" providerId="AD" clId="Web-{076B44AF-3EC9-B557-1EE3-DD9E0FA096B8}" dt="2026-04-16T15:56:21.965" v="62" actId="1076"/>
          <ac:graphicFrameMkLst>
            <pc:docMk/>
            <pc:sldMk cId="3569547700" sldId="419"/>
            <ac:graphicFrameMk id="3" creationId="{17B0F1DF-EA17-6DBC-F547-357B24809F28}"/>
          </ac:graphicFrameMkLst>
        </pc:graphicFrameChg>
      </pc:sldChg>
      <pc:sldChg chg="modSp">
        <pc:chgData name="Chiara Piano" userId="S::chiara.piano@eng.it::e95f93c0-3b87-41cf-98e6-aa2c2bb65620" providerId="AD" clId="Web-{076B44AF-3EC9-B557-1EE3-DD9E0FA096B8}" dt="2026-04-16T15:55:22.866" v="51" actId="14100"/>
        <pc:sldMkLst>
          <pc:docMk/>
          <pc:sldMk cId="3516165506" sldId="421"/>
        </pc:sldMkLst>
        <pc:spChg chg="mod">
          <ac:chgData name="Chiara Piano" userId="S::chiara.piano@eng.it::e95f93c0-3b87-41cf-98e6-aa2c2bb65620" providerId="AD" clId="Web-{076B44AF-3EC9-B557-1EE3-DD9E0FA096B8}" dt="2026-04-16T15:55:22.866" v="51" actId="14100"/>
          <ac:spMkLst>
            <pc:docMk/>
            <pc:sldMk cId="3516165506" sldId="421"/>
            <ac:spMk id="20" creationId="{7B7939B7-59AE-70F8-E878-3CEC238102BB}"/>
          </ac:spMkLst>
        </pc:spChg>
      </pc:sldChg>
      <pc:sldChg chg="modSp">
        <pc:chgData name="Chiara Piano" userId="S::chiara.piano@eng.it::e95f93c0-3b87-41cf-98e6-aa2c2bb65620" providerId="AD" clId="Web-{076B44AF-3EC9-B557-1EE3-DD9E0FA096B8}" dt="2026-04-16T15:54:15.350" v="47"/>
        <pc:sldMkLst>
          <pc:docMk/>
          <pc:sldMk cId="1221128399" sldId="429"/>
        </pc:sldMkLst>
        <pc:spChg chg="mod">
          <ac:chgData name="Chiara Piano" userId="S::chiara.piano@eng.it::e95f93c0-3b87-41cf-98e6-aa2c2bb65620" providerId="AD" clId="Web-{076B44AF-3EC9-B557-1EE3-DD9E0FA096B8}" dt="2026-04-16T15:49:37.703" v="6" actId="14100"/>
          <ac:spMkLst>
            <pc:docMk/>
            <pc:sldMk cId="1221128399" sldId="429"/>
            <ac:spMk id="9" creationId="{B38A3EFF-1FBA-5B4F-FF59-29A86E34BE76}"/>
          </ac:spMkLst>
        </pc:spChg>
        <pc:spChg chg="mod">
          <ac:chgData name="Chiara Piano" userId="S::chiara.piano@eng.it::e95f93c0-3b87-41cf-98e6-aa2c2bb65620" providerId="AD" clId="Web-{076B44AF-3EC9-B557-1EE3-DD9E0FA096B8}" dt="2026-04-16T15:53:27.271" v="35" actId="1076"/>
          <ac:spMkLst>
            <pc:docMk/>
            <pc:sldMk cId="1221128399" sldId="429"/>
            <ac:spMk id="10" creationId="{85678D76-33BD-3069-07B8-B3AD67ED5D59}"/>
          </ac:spMkLst>
        </pc:spChg>
        <pc:spChg chg="mod">
          <ac:chgData name="Chiara Piano" userId="S::chiara.piano@eng.it::e95f93c0-3b87-41cf-98e6-aa2c2bb65620" providerId="AD" clId="Web-{076B44AF-3EC9-B557-1EE3-DD9E0FA096B8}" dt="2026-04-16T15:54:15.272" v="43"/>
          <ac:spMkLst>
            <pc:docMk/>
            <pc:sldMk cId="1221128399" sldId="429"/>
            <ac:spMk id="15" creationId="{AE18B9A5-4D2A-4D58-FDE2-39060C2E3FB3}"/>
          </ac:spMkLst>
        </pc:spChg>
        <pc:spChg chg="mod">
          <ac:chgData name="Chiara Piano" userId="S::chiara.piano@eng.it::e95f93c0-3b87-41cf-98e6-aa2c2bb65620" providerId="AD" clId="Web-{076B44AF-3EC9-B557-1EE3-DD9E0FA096B8}" dt="2026-04-16T15:54:15.272" v="44"/>
          <ac:spMkLst>
            <pc:docMk/>
            <pc:sldMk cId="1221128399" sldId="429"/>
            <ac:spMk id="16" creationId="{606FC989-407C-D71F-971A-E3DFBF3A2146}"/>
          </ac:spMkLst>
        </pc:spChg>
        <pc:spChg chg="mod">
          <ac:chgData name="Chiara Piano" userId="S::chiara.piano@eng.it::e95f93c0-3b87-41cf-98e6-aa2c2bb65620" providerId="AD" clId="Web-{076B44AF-3EC9-B557-1EE3-DD9E0FA096B8}" dt="2026-04-16T15:54:15.272" v="45"/>
          <ac:spMkLst>
            <pc:docMk/>
            <pc:sldMk cId="1221128399" sldId="429"/>
            <ac:spMk id="17" creationId="{6550D6C8-A055-0BC3-F90B-32784B2CC6D2}"/>
          </ac:spMkLst>
        </pc:spChg>
        <pc:spChg chg="mod">
          <ac:chgData name="Chiara Piano" userId="S::chiara.piano@eng.it::e95f93c0-3b87-41cf-98e6-aa2c2bb65620" providerId="AD" clId="Web-{076B44AF-3EC9-B557-1EE3-DD9E0FA096B8}" dt="2026-04-16T15:54:15.272" v="46"/>
          <ac:spMkLst>
            <pc:docMk/>
            <pc:sldMk cId="1221128399" sldId="429"/>
            <ac:spMk id="18" creationId="{CBDBFBBE-3748-AE4C-E07C-38D36901E388}"/>
          </ac:spMkLst>
        </pc:spChg>
        <pc:spChg chg="mod">
          <ac:chgData name="Chiara Piano" userId="S::chiara.piano@eng.it::e95f93c0-3b87-41cf-98e6-aa2c2bb65620" providerId="AD" clId="Web-{076B44AF-3EC9-B557-1EE3-DD9E0FA096B8}" dt="2026-04-16T15:54:15.350" v="47"/>
          <ac:spMkLst>
            <pc:docMk/>
            <pc:sldMk cId="1221128399" sldId="429"/>
            <ac:spMk id="19" creationId="{10A98106-6967-E1C7-1DF9-BD077D05CC0E}"/>
          </ac:spMkLst>
        </pc:spChg>
        <pc:cxnChg chg="mod">
          <ac:chgData name="Chiara Piano" userId="S::chiara.piano@eng.it::e95f93c0-3b87-41cf-98e6-aa2c2bb65620" providerId="AD" clId="Web-{076B44AF-3EC9-B557-1EE3-DD9E0FA096B8}" dt="2026-04-16T15:53:57.271" v="37"/>
          <ac:cxnSpMkLst>
            <pc:docMk/>
            <pc:sldMk cId="1221128399" sldId="429"/>
            <ac:cxnSpMk id="11" creationId="{DAFFD21D-15AF-3DFB-513A-3E37BC5C2389}"/>
          </ac:cxnSpMkLst>
        </pc:cxnChg>
        <pc:cxnChg chg="mod">
          <ac:chgData name="Chiara Piano" userId="S::chiara.piano@eng.it::e95f93c0-3b87-41cf-98e6-aa2c2bb65620" providerId="AD" clId="Web-{076B44AF-3EC9-B557-1EE3-DD9E0FA096B8}" dt="2026-04-16T15:53:57.271" v="38"/>
          <ac:cxnSpMkLst>
            <pc:docMk/>
            <pc:sldMk cId="1221128399" sldId="429"/>
            <ac:cxnSpMk id="20" creationId="{B0FC3989-E3B8-561C-FFB7-D1AB5EF8BBAE}"/>
          </ac:cxnSpMkLst>
        </pc:cxnChg>
        <pc:cxnChg chg="mod">
          <ac:chgData name="Chiara Piano" userId="S::chiara.piano@eng.it::e95f93c0-3b87-41cf-98e6-aa2c2bb65620" providerId="AD" clId="Web-{076B44AF-3EC9-B557-1EE3-DD9E0FA096B8}" dt="2026-04-16T15:53:57.271" v="39"/>
          <ac:cxnSpMkLst>
            <pc:docMk/>
            <pc:sldMk cId="1221128399" sldId="429"/>
            <ac:cxnSpMk id="23" creationId="{CE2A1B1A-0949-9901-031B-0D996B3F1ADC}"/>
          </ac:cxnSpMkLst>
        </pc:cxnChg>
        <pc:cxnChg chg="mod">
          <ac:chgData name="Chiara Piano" userId="S::chiara.piano@eng.it::e95f93c0-3b87-41cf-98e6-aa2c2bb65620" providerId="AD" clId="Web-{076B44AF-3EC9-B557-1EE3-DD9E0FA096B8}" dt="2026-04-16T15:53:57.271" v="40"/>
          <ac:cxnSpMkLst>
            <pc:docMk/>
            <pc:sldMk cId="1221128399" sldId="429"/>
            <ac:cxnSpMk id="27" creationId="{B9D213F1-6CB4-3D33-195C-FD86B2C9EF4C}"/>
          </ac:cxnSpMkLst>
        </pc:cxnChg>
        <pc:cxnChg chg="mod">
          <ac:chgData name="Chiara Piano" userId="S::chiara.piano@eng.it::e95f93c0-3b87-41cf-98e6-aa2c2bb65620" providerId="AD" clId="Web-{076B44AF-3EC9-B557-1EE3-DD9E0FA096B8}" dt="2026-04-16T15:53:57.271" v="41"/>
          <ac:cxnSpMkLst>
            <pc:docMk/>
            <pc:sldMk cId="1221128399" sldId="429"/>
            <ac:cxnSpMk id="30" creationId="{1F48D403-5660-3E4B-DD3C-83D55FB33B72}"/>
          </ac:cxnSpMkLst>
        </pc:cxnChg>
        <pc:cxnChg chg="mod">
          <ac:chgData name="Chiara Piano" userId="S::chiara.piano@eng.it::e95f93c0-3b87-41cf-98e6-aa2c2bb65620" providerId="AD" clId="Web-{076B44AF-3EC9-B557-1EE3-DD9E0FA096B8}" dt="2026-04-16T15:53:57.318" v="42"/>
          <ac:cxnSpMkLst>
            <pc:docMk/>
            <pc:sldMk cId="1221128399" sldId="429"/>
            <ac:cxnSpMk id="33" creationId="{0861895C-9AE6-CF20-6856-19D51FECDC22}"/>
          </ac:cxnSpMkLst>
        </pc:cxnChg>
      </pc:sldChg>
      <pc:sldChg chg="modSp">
        <pc:chgData name="Chiara Piano" userId="S::chiara.piano@eng.it::e95f93c0-3b87-41cf-98e6-aa2c2bb65620" providerId="AD" clId="Web-{076B44AF-3EC9-B557-1EE3-DD9E0FA096B8}" dt="2026-04-16T15:54:43.944" v="49" actId="20577"/>
        <pc:sldMkLst>
          <pc:docMk/>
          <pc:sldMk cId="932701538" sldId="430"/>
        </pc:sldMkLst>
        <pc:spChg chg="mod">
          <ac:chgData name="Chiara Piano" userId="S::chiara.piano@eng.it::e95f93c0-3b87-41cf-98e6-aa2c2bb65620" providerId="AD" clId="Web-{076B44AF-3EC9-B557-1EE3-DD9E0FA096B8}" dt="2026-04-16T15:54:43.944" v="49" actId="20577"/>
          <ac:spMkLst>
            <pc:docMk/>
            <pc:sldMk cId="932701538" sldId="430"/>
            <ac:spMk id="2" creationId="{C475D6E4-DCD8-6045-7796-D0212429552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781DB9-E303-4731-8D73-D18744963A55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B340C7A7-3DB3-45E9-8D54-4DC120C87B0D}">
      <dgm:prSet phldrT="[Testo]" phldr="0"/>
      <dgm:spPr>
        <a:solidFill>
          <a:srgbClr val="4237CA"/>
        </a:solidFill>
      </dgm:spPr>
      <dgm:t>
        <a:bodyPr/>
        <a:lstStyle/>
        <a:p>
          <a:r>
            <a:rPr lang="it-IT"/>
            <a:t>Who</a:t>
          </a:r>
        </a:p>
      </dgm:t>
    </dgm:pt>
    <dgm:pt modelId="{4B7AE352-F8A1-4A9A-B750-25A8F0A202CC}" type="parTrans" cxnId="{FDED584B-4A3E-4457-93C5-FA30DCBBE436}">
      <dgm:prSet/>
      <dgm:spPr/>
      <dgm:t>
        <a:bodyPr/>
        <a:lstStyle/>
        <a:p>
          <a:endParaRPr lang="it-IT"/>
        </a:p>
      </dgm:t>
    </dgm:pt>
    <dgm:pt modelId="{A1F41823-92E7-4FC9-B041-920C21141CD1}" type="sibTrans" cxnId="{FDED584B-4A3E-4457-93C5-FA30DCBBE436}">
      <dgm:prSet/>
      <dgm:spPr/>
      <dgm:t>
        <a:bodyPr/>
        <a:lstStyle/>
        <a:p>
          <a:endParaRPr lang="it-IT"/>
        </a:p>
      </dgm:t>
    </dgm:pt>
    <dgm:pt modelId="{6B2021CD-21B6-428E-93A2-E5514E63BD0D}">
      <dgm:prSet phldrT="[Testo]" phldr="0"/>
      <dgm:spPr>
        <a:solidFill>
          <a:srgbClr val="00B0F0"/>
        </a:solidFill>
      </dgm:spPr>
      <dgm:t>
        <a:bodyPr/>
        <a:lstStyle/>
        <a:p>
          <a:r>
            <a:rPr lang="it-IT" err="1"/>
            <a:t>What</a:t>
          </a:r>
          <a:endParaRPr lang="it-IT"/>
        </a:p>
      </dgm:t>
    </dgm:pt>
    <dgm:pt modelId="{687E7C42-CBDC-4CB0-BE7B-65E11A35C9B8}" type="parTrans" cxnId="{1677AB32-EC61-4D4A-9A37-8B9110EA985C}">
      <dgm:prSet/>
      <dgm:spPr/>
      <dgm:t>
        <a:bodyPr/>
        <a:lstStyle/>
        <a:p>
          <a:endParaRPr lang="it-IT"/>
        </a:p>
      </dgm:t>
    </dgm:pt>
    <dgm:pt modelId="{EB3A923C-B901-4D76-80E1-12F5048A3C3C}" type="sibTrans" cxnId="{1677AB32-EC61-4D4A-9A37-8B9110EA985C}">
      <dgm:prSet/>
      <dgm:spPr/>
      <dgm:t>
        <a:bodyPr/>
        <a:lstStyle/>
        <a:p>
          <a:endParaRPr lang="it-IT"/>
        </a:p>
      </dgm:t>
    </dgm:pt>
    <dgm:pt modelId="{91831956-4FE2-4D41-914F-1312B2F24443}">
      <dgm:prSet phldrT="[Testo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it-IT"/>
            <a:t>When</a:t>
          </a:r>
        </a:p>
      </dgm:t>
    </dgm:pt>
    <dgm:pt modelId="{FC2BCCC5-4B43-458E-9157-55B331EE3B9D}" type="parTrans" cxnId="{84C59FA6-8275-40BA-86D7-3DFEBFD94D67}">
      <dgm:prSet/>
      <dgm:spPr/>
      <dgm:t>
        <a:bodyPr/>
        <a:lstStyle/>
        <a:p>
          <a:endParaRPr lang="it-IT"/>
        </a:p>
      </dgm:t>
    </dgm:pt>
    <dgm:pt modelId="{1B5D7873-6016-4D8D-9591-F8729962A25C}" type="sibTrans" cxnId="{84C59FA6-8275-40BA-86D7-3DFEBFD94D67}">
      <dgm:prSet/>
      <dgm:spPr/>
      <dgm:t>
        <a:bodyPr/>
        <a:lstStyle/>
        <a:p>
          <a:endParaRPr lang="it-IT"/>
        </a:p>
      </dgm:t>
    </dgm:pt>
    <dgm:pt modelId="{CC775DF2-C745-44FF-BCE7-DFB5B13CBD54}">
      <dgm:prSet phldrT="[Testo]" phldr="0"/>
      <dgm:spPr>
        <a:solidFill>
          <a:srgbClr val="92D050"/>
        </a:solidFill>
      </dgm:spPr>
      <dgm:t>
        <a:bodyPr/>
        <a:lstStyle/>
        <a:p>
          <a:r>
            <a:rPr lang="it-IT"/>
            <a:t>Where</a:t>
          </a:r>
        </a:p>
      </dgm:t>
    </dgm:pt>
    <dgm:pt modelId="{881A9BE0-F54A-4E58-BF71-AF5730C3C31A}" type="parTrans" cxnId="{262A8E49-4E50-4680-A009-F42760D48758}">
      <dgm:prSet/>
      <dgm:spPr/>
      <dgm:t>
        <a:bodyPr/>
        <a:lstStyle/>
        <a:p>
          <a:endParaRPr lang="it-IT"/>
        </a:p>
      </dgm:t>
    </dgm:pt>
    <dgm:pt modelId="{07233847-93A6-40C9-9DA4-C24FB8423EE8}" type="sibTrans" cxnId="{262A8E49-4E50-4680-A009-F42760D48758}">
      <dgm:prSet/>
      <dgm:spPr/>
      <dgm:t>
        <a:bodyPr/>
        <a:lstStyle/>
        <a:p>
          <a:endParaRPr lang="it-IT"/>
        </a:p>
      </dgm:t>
    </dgm:pt>
    <dgm:pt modelId="{E04BC2D0-5AC1-458D-9CDC-4C8BA76A3B06}">
      <dgm:prSet phldrT="[Testo]" phldr="0"/>
      <dgm:spPr>
        <a:solidFill>
          <a:srgbClr val="C00000"/>
        </a:solidFill>
      </dgm:spPr>
      <dgm:t>
        <a:bodyPr/>
        <a:lstStyle/>
        <a:p>
          <a:r>
            <a:rPr lang="it-IT"/>
            <a:t>Why</a:t>
          </a:r>
        </a:p>
      </dgm:t>
    </dgm:pt>
    <dgm:pt modelId="{AF4F015C-5DC7-4F1C-BE2A-505349633B9D}" type="parTrans" cxnId="{D5009211-7A04-4CE5-B54A-162D0343FC17}">
      <dgm:prSet/>
      <dgm:spPr/>
      <dgm:t>
        <a:bodyPr/>
        <a:lstStyle/>
        <a:p>
          <a:endParaRPr lang="it-IT"/>
        </a:p>
      </dgm:t>
    </dgm:pt>
    <dgm:pt modelId="{58AC1363-FF19-4C9D-B7B4-4A5D9F9C8D3F}" type="sibTrans" cxnId="{D5009211-7A04-4CE5-B54A-162D0343FC17}">
      <dgm:prSet/>
      <dgm:spPr/>
      <dgm:t>
        <a:bodyPr/>
        <a:lstStyle/>
        <a:p>
          <a:endParaRPr lang="it-IT"/>
        </a:p>
      </dgm:t>
    </dgm:pt>
    <dgm:pt modelId="{1D2EC6EE-9A35-42ED-AAA4-A35827236AD2}">
      <dgm:prSet phldrT="[Testo]" phldr="0"/>
      <dgm:spPr>
        <a:solidFill>
          <a:srgbClr val="FFAA00"/>
        </a:solidFill>
      </dgm:spPr>
      <dgm:t>
        <a:bodyPr/>
        <a:lstStyle/>
        <a:p>
          <a:r>
            <a:rPr lang="it-IT"/>
            <a:t>How</a:t>
          </a:r>
        </a:p>
      </dgm:t>
    </dgm:pt>
    <dgm:pt modelId="{B25DD07D-278E-4A9C-9154-A20C7BB11B69}" type="parTrans" cxnId="{074FA805-4BF5-49F6-B38A-FD60C0E230A0}">
      <dgm:prSet/>
      <dgm:spPr/>
      <dgm:t>
        <a:bodyPr/>
        <a:lstStyle/>
        <a:p>
          <a:endParaRPr lang="it-IT"/>
        </a:p>
      </dgm:t>
    </dgm:pt>
    <dgm:pt modelId="{502C905F-0A8F-49AE-88BC-459366924F4B}" type="sibTrans" cxnId="{074FA805-4BF5-49F6-B38A-FD60C0E230A0}">
      <dgm:prSet/>
      <dgm:spPr/>
      <dgm:t>
        <a:bodyPr/>
        <a:lstStyle/>
        <a:p>
          <a:endParaRPr lang="it-IT"/>
        </a:p>
      </dgm:t>
    </dgm:pt>
    <dgm:pt modelId="{5D90B686-EA9C-4C1E-B3C7-9329C3A48B86}" type="pres">
      <dgm:prSet presAssocID="{1E781DB9-E303-4731-8D73-D18744963A55}" presName="compositeShape" presStyleCnt="0">
        <dgm:presLayoutVars>
          <dgm:chMax val="7"/>
          <dgm:dir/>
          <dgm:resizeHandles val="exact"/>
        </dgm:presLayoutVars>
      </dgm:prSet>
      <dgm:spPr/>
    </dgm:pt>
    <dgm:pt modelId="{4765F2B2-2C2D-4DCD-BD91-98C96CCD54C4}" type="pres">
      <dgm:prSet presAssocID="{1E781DB9-E303-4731-8D73-D18744963A55}" presName="wedge1" presStyleLbl="node1" presStyleIdx="0" presStyleCnt="6" custLinFactNeighborX="-2969" custLinFactNeighborY="5047"/>
      <dgm:spPr/>
    </dgm:pt>
    <dgm:pt modelId="{4DE212B4-CA06-4102-8BDF-89A7EB0D68D9}" type="pres">
      <dgm:prSet presAssocID="{1E781DB9-E303-4731-8D73-D18744963A55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21BCDF05-0F2D-41F1-8709-7B89F95FF43D}" type="pres">
      <dgm:prSet presAssocID="{1E781DB9-E303-4731-8D73-D18744963A55}" presName="wedge2" presStyleLbl="node1" presStyleIdx="1" presStyleCnt="6"/>
      <dgm:spPr/>
    </dgm:pt>
    <dgm:pt modelId="{4D1D0698-53F2-494A-B09D-18426A1D9E70}" type="pres">
      <dgm:prSet presAssocID="{1E781DB9-E303-4731-8D73-D18744963A55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F8A0356-F4BA-4492-8437-E319B5C5F62A}" type="pres">
      <dgm:prSet presAssocID="{1E781DB9-E303-4731-8D73-D18744963A55}" presName="wedge3" presStyleLbl="node1" presStyleIdx="2" presStyleCnt="6"/>
      <dgm:spPr/>
    </dgm:pt>
    <dgm:pt modelId="{F2B1F5D8-DD4F-4F4B-91BD-0D8A835CA701}" type="pres">
      <dgm:prSet presAssocID="{1E781DB9-E303-4731-8D73-D18744963A55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7FEC7A6-48C2-4D6D-9D04-3533A952AA1E}" type="pres">
      <dgm:prSet presAssocID="{1E781DB9-E303-4731-8D73-D18744963A55}" presName="wedge4" presStyleLbl="node1" presStyleIdx="3" presStyleCnt="6"/>
      <dgm:spPr/>
    </dgm:pt>
    <dgm:pt modelId="{786B58CF-21BD-4FEF-B1DC-597A9179CFC4}" type="pres">
      <dgm:prSet presAssocID="{1E781DB9-E303-4731-8D73-D18744963A55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FC3CC17B-5D88-4F19-B256-023751BA1E77}" type="pres">
      <dgm:prSet presAssocID="{1E781DB9-E303-4731-8D73-D18744963A55}" presName="wedge5" presStyleLbl="node1" presStyleIdx="4" presStyleCnt="6"/>
      <dgm:spPr/>
    </dgm:pt>
    <dgm:pt modelId="{46CC8A16-431A-4385-AFE2-11AD44901738}" type="pres">
      <dgm:prSet presAssocID="{1E781DB9-E303-4731-8D73-D18744963A55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8A3BC9E-5706-4FE7-86F4-888924E7ACFA}" type="pres">
      <dgm:prSet presAssocID="{1E781DB9-E303-4731-8D73-D18744963A55}" presName="wedge6" presStyleLbl="node1" presStyleIdx="5" presStyleCnt="6"/>
      <dgm:spPr/>
    </dgm:pt>
    <dgm:pt modelId="{6AF9AD37-371B-40DB-86C2-C14C464395F7}" type="pres">
      <dgm:prSet presAssocID="{1E781DB9-E303-4731-8D73-D18744963A55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074FA805-4BF5-49F6-B38A-FD60C0E230A0}" srcId="{1E781DB9-E303-4731-8D73-D18744963A55}" destId="{1D2EC6EE-9A35-42ED-AAA4-A35827236AD2}" srcOrd="5" destOrd="0" parTransId="{B25DD07D-278E-4A9C-9154-A20C7BB11B69}" sibTransId="{502C905F-0A8F-49AE-88BC-459366924F4B}"/>
    <dgm:cxn modelId="{4A50CD07-9FEF-4646-952C-C59A884E993E}" type="presOf" srcId="{E04BC2D0-5AC1-458D-9CDC-4C8BA76A3B06}" destId="{FC3CC17B-5D88-4F19-B256-023751BA1E77}" srcOrd="0" destOrd="0" presId="urn:microsoft.com/office/officeart/2005/8/layout/chart3"/>
    <dgm:cxn modelId="{D5009211-7A04-4CE5-B54A-162D0343FC17}" srcId="{1E781DB9-E303-4731-8D73-D18744963A55}" destId="{E04BC2D0-5AC1-458D-9CDC-4C8BA76A3B06}" srcOrd="4" destOrd="0" parTransId="{AF4F015C-5DC7-4F1C-BE2A-505349633B9D}" sibTransId="{58AC1363-FF19-4C9D-B7B4-4A5D9F9C8D3F}"/>
    <dgm:cxn modelId="{F3FB0115-035E-4A12-87EA-749758203137}" type="presOf" srcId="{E04BC2D0-5AC1-458D-9CDC-4C8BA76A3B06}" destId="{46CC8A16-431A-4385-AFE2-11AD44901738}" srcOrd="1" destOrd="0" presId="urn:microsoft.com/office/officeart/2005/8/layout/chart3"/>
    <dgm:cxn modelId="{1677AB32-EC61-4D4A-9A37-8B9110EA985C}" srcId="{1E781DB9-E303-4731-8D73-D18744963A55}" destId="{6B2021CD-21B6-428E-93A2-E5514E63BD0D}" srcOrd="1" destOrd="0" parTransId="{687E7C42-CBDC-4CB0-BE7B-65E11A35C9B8}" sibTransId="{EB3A923C-B901-4D76-80E1-12F5048A3C3C}"/>
    <dgm:cxn modelId="{262A8E49-4E50-4680-A009-F42760D48758}" srcId="{1E781DB9-E303-4731-8D73-D18744963A55}" destId="{CC775DF2-C745-44FF-BCE7-DFB5B13CBD54}" srcOrd="3" destOrd="0" parTransId="{881A9BE0-F54A-4E58-BF71-AF5730C3C31A}" sibTransId="{07233847-93A6-40C9-9DA4-C24FB8423EE8}"/>
    <dgm:cxn modelId="{FDED584B-4A3E-4457-93C5-FA30DCBBE436}" srcId="{1E781DB9-E303-4731-8D73-D18744963A55}" destId="{B340C7A7-3DB3-45E9-8D54-4DC120C87B0D}" srcOrd="0" destOrd="0" parTransId="{4B7AE352-F8A1-4A9A-B750-25A8F0A202CC}" sibTransId="{A1F41823-92E7-4FC9-B041-920C21141CD1}"/>
    <dgm:cxn modelId="{55C55E76-AA1D-4DD0-BB83-10A311F9D6D1}" type="presOf" srcId="{B340C7A7-3DB3-45E9-8D54-4DC120C87B0D}" destId="{4765F2B2-2C2D-4DCD-BD91-98C96CCD54C4}" srcOrd="0" destOrd="0" presId="urn:microsoft.com/office/officeart/2005/8/layout/chart3"/>
    <dgm:cxn modelId="{2A63107D-0F8F-4615-A1F1-F3005904A70E}" type="presOf" srcId="{B340C7A7-3DB3-45E9-8D54-4DC120C87B0D}" destId="{4DE212B4-CA06-4102-8BDF-89A7EB0D68D9}" srcOrd="1" destOrd="0" presId="urn:microsoft.com/office/officeart/2005/8/layout/chart3"/>
    <dgm:cxn modelId="{FC1B038C-50CA-486D-ACC3-A4990B09EEFD}" type="presOf" srcId="{6B2021CD-21B6-428E-93A2-E5514E63BD0D}" destId="{4D1D0698-53F2-494A-B09D-18426A1D9E70}" srcOrd="1" destOrd="0" presId="urn:microsoft.com/office/officeart/2005/8/layout/chart3"/>
    <dgm:cxn modelId="{E3D93B8C-7C18-46D4-B150-10EFAD308724}" type="presOf" srcId="{CC775DF2-C745-44FF-BCE7-DFB5B13CBD54}" destId="{A7FEC7A6-48C2-4D6D-9D04-3533A952AA1E}" srcOrd="0" destOrd="0" presId="urn:microsoft.com/office/officeart/2005/8/layout/chart3"/>
    <dgm:cxn modelId="{07AB3C90-3ACE-4B87-8DD1-B017989A9A02}" type="presOf" srcId="{91831956-4FE2-4D41-914F-1312B2F24443}" destId="{F2B1F5D8-DD4F-4F4B-91BD-0D8A835CA701}" srcOrd="1" destOrd="0" presId="urn:microsoft.com/office/officeart/2005/8/layout/chart3"/>
    <dgm:cxn modelId="{79ABB697-CAFA-42EB-814B-407D26F6DD1F}" type="presOf" srcId="{91831956-4FE2-4D41-914F-1312B2F24443}" destId="{7F8A0356-F4BA-4492-8437-E319B5C5F62A}" srcOrd="0" destOrd="0" presId="urn:microsoft.com/office/officeart/2005/8/layout/chart3"/>
    <dgm:cxn modelId="{84C59FA6-8275-40BA-86D7-3DFEBFD94D67}" srcId="{1E781DB9-E303-4731-8D73-D18744963A55}" destId="{91831956-4FE2-4D41-914F-1312B2F24443}" srcOrd="2" destOrd="0" parTransId="{FC2BCCC5-4B43-458E-9157-55B331EE3B9D}" sibTransId="{1B5D7873-6016-4D8D-9591-F8729962A25C}"/>
    <dgm:cxn modelId="{2D03FDB7-1C82-4567-A5F9-96AC1B00BBE3}" type="presOf" srcId="{CC775DF2-C745-44FF-BCE7-DFB5B13CBD54}" destId="{786B58CF-21BD-4FEF-B1DC-597A9179CFC4}" srcOrd="1" destOrd="0" presId="urn:microsoft.com/office/officeart/2005/8/layout/chart3"/>
    <dgm:cxn modelId="{9C75C0B8-0758-4843-9BD9-9D6CED4D1A2B}" type="presOf" srcId="{1D2EC6EE-9A35-42ED-AAA4-A35827236AD2}" destId="{08A3BC9E-5706-4FE7-86F4-888924E7ACFA}" srcOrd="0" destOrd="0" presId="urn:microsoft.com/office/officeart/2005/8/layout/chart3"/>
    <dgm:cxn modelId="{E9DF60BB-951B-429D-87F2-354BCAF36C3B}" type="presOf" srcId="{6B2021CD-21B6-428E-93A2-E5514E63BD0D}" destId="{21BCDF05-0F2D-41F1-8709-7B89F95FF43D}" srcOrd="0" destOrd="0" presId="urn:microsoft.com/office/officeart/2005/8/layout/chart3"/>
    <dgm:cxn modelId="{9DFA33ED-6469-413B-B8FC-962A47A4E6B8}" type="presOf" srcId="{1D2EC6EE-9A35-42ED-AAA4-A35827236AD2}" destId="{6AF9AD37-371B-40DB-86C2-C14C464395F7}" srcOrd="1" destOrd="0" presId="urn:microsoft.com/office/officeart/2005/8/layout/chart3"/>
    <dgm:cxn modelId="{340F2DF1-0BDC-4699-A9D1-723C02D27BC5}" type="presOf" srcId="{1E781DB9-E303-4731-8D73-D18744963A55}" destId="{5D90B686-EA9C-4C1E-B3C7-9329C3A48B86}" srcOrd="0" destOrd="0" presId="urn:microsoft.com/office/officeart/2005/8/layout/chart3"/>
    <dgm:cxn modelId="{18095290-FD52-479E-A68B-7FB751A99FC6}" type="presParOf" srcId="{5D90B686-EA9C-4C1E-B3C7-9329C3A48B86}" destId="{4765F2B2-2C2D-4DCD-BD91-98C96CCD54C4}" srcOrd="0" destOrd="0" presId="urn:microsoft.com/office/officeart/2005/8/layout/chart3"/>
    <dgm:cxn modelId="{F9582FAB-AF26-4EE2-9AD1-D481CD7855ED}" type="presParOf" srcId="{5D90B686-EA9C-4C1E-B3C7-9329C3A48B86}" destId="{4DE212B4-CA06-4102-8BDF-89A7EB0D68D9}" srcOrd="1" destOrd="0" presId="urn:microsoft.com/office/officeart/2005/8/layout/chart3"/>
    <dgm:cxn modelId="{909DA986-E9FA-43CE-844C-2C0E07E9902A}" type="presParOf" srcId="{5D90B686-EA9C-4C1E-B3C7-9329C3A48B86}" destId="{21BCDF05-0F2D-41F1-8709-7B89F95FF43D}" srcOrd="2" destOrd="0" presId="urn:microsoft.com/office/officeart/2005/8/layout/chart3"/>
    <dgm:cxn modelId="{D1354D2E-9448-4747-80C6-11F1220EE40C}" type="presParOf" srcId="{5D90B686-EA9C-4C1E-B3C7-9329C3A48B86}" destId="{4D1D0698-53F2-494A-B09D-18426A1D9E70}" srcOrd="3" destOrd="0" presId="urn:microsoft.com/office/officeart/2005/8/layout/chart3"/>
    <dgm:cxn modelId="{18711EF1-7A7B-4869-BBA7-D2260B20020F}" type="presParOf" srcId="{5D90B686-EA9C-4C1E-B3C7-9329C3A48B86}" destId="{7F8A0356-F4BA-4492-8437-E319B5C5F62A}" srcOrd="4" destOrd="0" presId="urn:microsoft.com/office/officeart/2005/8/layout/chart3"/>
    <dgm:cxn modelId="{EB3C28C6-C7A2-41B7-9521-9BDDEE7DCF68}" type="presParOf" srcId="{5D90B686-EA9C-4C1E-B3C7-9329C3A48B86}" destId="{F2B1F5D8-DD4F-4F4B-91BD-0D8A835CA701}" srcOrd="5" destOrd="0" presId="urn:microsoft.com/office/officeart/2005/8/layout/chart3"/>
    <dgm:cxn modelId="{BFE89329-8F9A-4293-96F1-46F70C2ED503}" type="presParOf" srcId="{5D90B686-EA9C-4C1E-B3C7-9329C3A48B86}" destId="{A7FEC7A6-48C2-4D6D-9D04-3533A952AA1E}" srcOrd="6" destOrd="0" presId="urn:microsoft.com/office/officeart/2005/8/layout/chart3"/>
    <dgm:cxn modelId="{FC9E4CA7-9B6B-4A9D-BFB7-BE5EBA93D571}" type="presParOf" srcId="{5D90B686-EA9C-4C1E-B3C7-9329C3A48B86}" destId="{786B58CF-21BD-4FEF-B1DC-597A9179CFC4}" srcOrd="7" destOrd="0" presId="urn:microsoft.com/office/officeart/2005/8/layout/chart3"/>
    <dgm:cxn modelId="{D90ADE16-D752-4463-81D7-C12F021E178F}" type="presParOf" srcId="{5D90B686-EA9C-4C1E-B3C7-9329C3A48B86}" destId="{FC3CC17B-5D88-4F19-B256-023751BA1E77}" srcOrd="8" destOrd="0" presId="urn:microsoft.com/office/officeart/2005/8/layout/chart3"/>
    <dgm:cxn modelId="{022F5AEE-9691-4523-9D3B-8182A81BA0D3}" type="presParOf" srcId="{5D90B686-EA9C-4C1E-B3C7-9329C3A48B86}" destId="{46CC8A16-431A-4385-AFE2-11AD44901738}" srcOrd="9" destOrd="0" presId="urn:microsoft.com/office/officeart/2005/8/layout/chart3"/>
    <dgm:cxn modelId="{255480EC-9912-43A5-81C0-091F03C6CF03}" type="presParOf" srcId="{5D90B686-EA9C-4C1E-B3C7-9329C3A48B86}" destId="{08A3BC9E-5706-4FE7-86F4-888924E7ACFA}" srcOrd="10" destOrd="0" presId="urn:microsoft.com/office/officeart/2005/8/layout/chart3"/>
    <dgm:cxn modelId="{7A8E2A37-9D80-4781-8550-A0DE380CEBF6}" type="presParOf" srcId="{5D90B686-EA9C-4C1E-B3C7-9329C3A48B86}" destId="{6AF9AD37-371B-40DB-86C2-C14C464395F7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B897C9-9518-4A77-9D19-A3CBDE84E648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2A5134B-279E-4C42-9172-AD8DC2C02B9B}">
      <dgm:prSet phldrT="[Testo]" phldr="0" custT="1"/>
      <dgm:spPr>
        <a:solidFill>
          <a:srgbClr val="0070C0"/>
        </a:solidFill>
      </dgm:spPr>
      <dgm:t>
        <a:bodyPr/>
        <a:lstStyle/>
        <a:p>
          <a:r>
            <a:rPr lang="it-IT" sz="2400">
              <a:solidFill>
                <a:schemeClr val="bg1"/>
              </a:solidFill>
            </a:rPr>
            <a:t>TS</a:t>
          </a:r>
        </a:p>
      </dgm:t>
    </dgm:pt>
    <dgm:pt modelId="{88D038E8-703A-4900-9E73-4C848FA2E5C7}" type="parTrans" cxnId="{B96B2EBF-FBA6-4A08-9386-170AAD4C7893}">
      <dgm:prSet/>
      <dgm:spPr/>
      <dgm:t>
        <a:bodyPr/>
        <a:lstStyle/>
        <a:p>
          <a:endParaRPr lang="it-IT" sz="1800"/>
        </a:p>
      </dgm:t>
    </dgm:pt>
    <dgm:pt modelId="{BE9E68E2-1929-4781-9186-26112C9211CE}" type="sibTrans" cxnId="{B96B2EBF-FBA6-4A08-9386-170AAD4C7893}">
      <dgm:prSet/>
      <dgm:spPr/>
      <dgm:t>
        <a:bodyPr/>
        <a:lstStyle/>
        <a:p>
          <a:endParaRPr lang="it-IT" sz="1800"/>
        </a:p>
      </dgm:t>
    </dgm:pt>
    <dgm:pt modelId="{E3092CC6-3927-4FDD-BB77-A402D3A5C595}">
      <dgm:prSet phldrT="[Testo]" phldr="0" custT="1"/>
      <dgm:spPr>
        <a:solidFill>
          <a:srgbClr val="4237CA"/>
        </a:solidFill>
      </dgm:spPr>
      <dgm:t>
        <a:bodyPr/>
        <a:lstStyle/>
        <a:p>
          <a:r>
            <a:rPr lang="it-IT" sz="2400" err="1">
              <a:solidFill>
                <a:schemeClr val="bg1"/>
              </a:solidFill>
            </a:rPr>
            <a:t>Familiarity</a:t>
          </a:r>
          <a:r>
            <a:rPr lang="it-IT" sz="2400">
              <a:solidFill>
                <a:schemeClr val="bg1"/>
              </a:solidFill>
            </a:rPr>
            <a:t> with </a:t>
          </a:r>
          <a:r>
            <a:rPr lang="it-IT" sz="2400" err="1">
              <a:solidFill>
                <a:schemeClr val="bg1"/>
              </a:solidFill>
            </a:rPr>
            <a:t>Asyncronus</a:t>
          </a:r>
          <a:r>
            <a:rPr lang="it-IT" sz="2400">
              <a:solidFill>
                <a:schemeClr val="bg1"/>
              </a:solidFill>
            </a:rPr>
            <a:t> </a:t>
          </a:r>
          <a:r>
            <a:rPr lang="it-IT" sz="2400" err="1">
              <a:solidFill>
                <a:schemeClr val="bg1"/>
              </a:solidFill>
            </a:rPr>
            <a:t>programmig</a:t>
          </a:r>
          <a:endParaRPr lang="it-IT" sz="2400">
            <a:solidFill>
              <a:schemeClr val="bg1"/>
            </a:solidFill>
          </a:endParaRPr>
        </a:p>
      </dgm:t>
    </dgm:pt>
    <dgm:pt modelId="{142C0609-E563-426D-BF23-DAC029E4FAA8}" type="parTrans" cxnId="{00F33CA5-AEEE-4CBE-B2FA-36DE19C7F61A}">
      <dgm:prSet/>
      <dgm:spPr/>
      <dgm:t>
        <a:bodyPr/>
        <a:lstStyle/>
        <a:p>
          <a:endParaRPr lang="it-IT" sz="1800"/>
        </a:p>
      </dgm:t>
    </dgm:pt>
    <dgm:pt modelId="{64226470-44CB-4133-895A-C944D3AFC3FB}" type="sibTrans" cxnId="{00F33CA5-AEEE-4CBE-B2FA-36DE19C7F61A}">
      <dgm:prSet/>
      <dgm:spPr/>
      <dgm:t>
        <a:bodyPr/>
        <a:lstStyle/>
        <a:p>
          <a:endParaRPr lang="it-IT" sz="1800"/>
        </a:p>
      </dgm:t>
    </dgm:pt>
    <dgm:pt modelId="{E4D883E4-0FA6-4493-8AFF-17E7B6797B1F}">
      <dgm:prSet phldrT="[Testo]" phldr="0" custT="1"/>
      <dgm:spPr>
        <a:solidFill>
          <a:srgbClr val="92D050"/>
        </a:solidFill>
      </dgm:spPr>
      <dgm:t>
        <a:bodyPr/>
        <a:lstStyle/>
        <a:p>
          <a:r>
            <a:rPr lang="it-IT" sz="2400">
              <a:solidFill>
                <a:schemeClr val="bg1"/>
              </a:solidFill>
            </a:rPr>
            <a:t>Knowledge of JS, JSON, HTML and CSS</a:t>
          </a:r>
        </a:p>
      </dgm:t>
    </dgm:pt>
    <dgm:pt modelId="{D568626B-590E-4677-8DEC-A864A029F8A0}" type="parTrans" cxnId="{50361EC9-CEC4-405A-A0EB-F3DB9FF5FA82}">
      <dgm:prSet/>
      <dgm:spPr/>
      <dgm:t>
        <a:bodyPr/>
        <a:lstStyle/>
        <a:p>
          <a:endParaRPr lang="it-IT" sz="1800"/>
        </a:p>
      </dgm:t>
    </dgm:pt>
    <dgm:pt modelId="{3733F07E-014D-48F0-AA3E-B8FB368E193A}" type="sibTrans" cxnId="{50361EC9-CEC4-405A-A0EB-F3DB9FF5FA82}">
      <dgm:prSet/>
      <dgm:spPr/>
      <dgm:t>
        <a:bodyPr/>
        <a:lstStyle/>
        <a:p>
          <a:endParaRPr lang="it-IT" sz="1800"/>
        </a:p>
      </dgm:t>
    </dgm:pt>
    <dgm:pt modelId="{4978D19E-A64A-42CF-BD8B-387D0DBF2287}">
      <dgm:prSet phldrT="[Testo]" phldr="0" custT="1"/>
      <dgm:spPr>
        <a:solidFill>
          <a:srgbClr val="FFAA00"/>
        </a:solidFill>
      </dgm:spPr>
      <dgm:t>
        <a:bodyPr/>
        <a:lstStyle/>
        <a:p>
          <a:r>
            <a:rPr lang="it-IT" sz="2400">
              <a:solidFill>
                <a:schemeClr val="bg1"/>
              </a:solidFill>
            </a:rPr>
            <a:t>Knowledge of </a:t>
          </a:r>
          <a:r>
            <a:rPr lang="it-IT" sz="2400" err="1">
              <a:solidFill>
                <a:schemeClr val="bg1"/>
              </a:solidFill>
            </a:rPr>
            <a:t>procedural</a:t>
          </a:r>
          <a:r>
            <a:rPr lang="it-IT" sz="2400">
              <a:solidFill>
                <a:schemeClr val="bg1"/>
              </a:solidFill>
            </a:rPr>
            <a:t> programming</a:t>
          </a:r>
        </a:p>
      </dgm:t>
    </dgm:pt>
    <dgm:pt modelId="{CE7AD85D-9729-44AB-90E6-1416F203381F}" type="parTrans" cxnId="{2D768054-E4A5-4D1D-8439-E7ABBAABE6D1}">
      <dgm:prSet/>
      <dgm:spPr/>
      <dgm:t>
        <a:bodyPr/>
        <a:lstStyle/>
        <a:p>
          <a:endParaRPr lang="it-IT" sz="1800"/>
        </a:p>
      </dgm:t>
    </dgm:pt>
    <dgm:pt modelId="{046A7AE0-015D-41A2-B5AC-D40AA94A2F3D}" type="sibTrans" cxnId="{2D768054-E4A5-4D1D-8439-E7ABBAABE6D1}">
      <dgm:prSet/>
      <dgm:spPr/>
      <dgm:t>
        <a:bodyPr/>
        <a:lstStyle/>
        <a:p>
          <a:endParaRPr lang="it-IT" sz="1800"/>
        </a:p>
      </dgm:t>
    </dgm:pt>
    <dgm:pt modelId="{BCDFA223-7529-457A-8C45-B4B0AC50E933}" type="pres">
      <dgm:prSet presAssocID="{EAB897C9-9518-4A77-9D19-A3CBDE84E648}" presName="Name0" presStyleCnt="0">
        <dgm:presLayoutVars>
          <dgm:dir/>
          <dgm:animLvl val="lvl"/>
          <dgm:resizeHandles val="exact"/>
        </dgm:presLayoutVars>
      </dgm:prSet>
      <dgm:spPr/>
    </dgm:pt>
    <dgm:pt modelId="{DD6D9E6C-4FBE-4FA9-8D9A-C9F91FCAAB8A}" type="pres">
      <dgm:prSet presAssocID="{A2A5134B-279E-4C42-9172-AD8DC2C02B9B}" presName="Name8" presStyleCnt="0"/>
      <dgm:spPr/>
    </dgm:pt>
    <dgm:pt modelId="{7A3D4FBB-6308-4366-84C0-330EED0E9372}" type="pres">
      <dgm:prSet presAssocID="{A2A5134B-279E-4C42-9172-AD8DC2C02B9B}" presName="level" presStyleLbl="node1" presStyleIdx="0" presStyleCnt="4">
        <dgm:presLayoutVars>
          <dgm:chMax val="1"/>
          <dgm:bulletEnabled val="1"/>
        </dgm:presLayoutVars>
      </dgm:prSet>
      <dgm:spPr/>
    </dgm:pt>
    <dgm:pt modelId="{7134ACDC-AA87-4A5A-A506-4AE4186F717B}" type="pres">
      <dgm:prSet presAssocID="{A2A5134B-279E-4C42-9172-AD8DC2C02B9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1866B3D-587F-4C38-9458-B914CB7B87EA}" type="pres">
      <dgm:prSet presAssocID="{E3092CC6-3927-4FDD-BB77-A402D3A5C595}" presName="Name8" presStyleCnt="0"/>
      <dgm:spPr/>
    </dgm:pt>
    <dgm:pt modelId="{A051F32D-953D-4E67-A21B-4F95FCB5331C}" type="pres">
      <dgm:prSet presAssocID="{E3092CC6-3927-4FDD-BB77-A402D3A5C595}" presName="level" presStyleLbl="node1" presStyleIdx="1" presStyleCnt="4">
        <dgm:presLayoutVars>
          <dgm:chMax val="1"/>
          <dgm:bulletEnabled val="1"/>
        </dgm:presLayoutVars>
      </dgm:prSet>
      <dgm:spPr/>
    </dgm:pt>
    <dgm:pt modelId="{7A13EA03-C439-4ECE-88F5-047E8AC0B53B}" type="pres">
      <dgm:prSet presAssocID="{E3092CC6-3927-4FDD-BB77-A402D3A5C59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7FE7676-DA60-4870-ABA2-DF0C1B4A4C25}" type="pres">
      <dgm:prSet presAssocID="{E4D883E4-0FA6-4493-8AFF-17E7B6797B1F}" presName="Name8" presStyleCnt="0"/>
      <dgm:spPr/>
    </dgm:pt>
    <dgm:pt modelId="{8E30009D-69E1-43F4-8582-F7DFC2D5C41F}" type="pres">
      <dgm:prSet presAssocID="{E4D883E4-0FA6-4493-8AFF-17E7B6797B1F}" presName="level" presStyleLbl="node1" presStyleIdx="2" presStyleCnt="4">
        <dgm:presLayoutVars>
          <dgm:chMax val="1"/>
          <dgm:bulletEnabled val="1"/>
        </dgm:presLayoutVars>
      </dgm:prSet>
      <dgm:spPr/>
    </dgm:pt>
    <dgm:pt modelId="{A63E627B-3568-4382-B7AB-A9331D2E184E}" type="pres">
      <dgm:prSet presAssocID="{E4D883E4-0FA6-4493-8AFF-17E7B6797B1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24AE968-6347-4FEF-A5D1-1CD1FD93060F}" type="pres">
      <dgm:prSet presAssocID="{4978D19E-A64A-42CF-BD8B-387D0DBF2287}" presName="Name8" presStyleCnt="0"/>
      <dgm:spPr/>
    </dgm:pt>
    <dgm:pt modelId="{EE3A3287-4F00-4511-AA39-BABDA8D3BEEF}" type="pres">
      <dgm:prSet presAssocID="{4978D19E-A64A-42CF-BD8B-387D0DBF2287}" presName="level" presStyleLbl="node1" presStyleIdx="3" presStyleCnt="4">
        <dgm:presLayoutVars>
          <dgm:chMax val="1"/>
          <dgm:bulletEnabled val="1"/>
        </dgm:presLayoutVars>
      </dgm:prSet>
      <dgm:spPr/>
    </dgm:pt>
    <dgm:pt modelId="{34D5A5D6-BA9D-47DE-9EE8-32CC8F830681}" type="pres">
      <dgm:prSet presAssocID="{4978D19E-A64A-42CF-BD8B-387D0DBF228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3F35F04-9E33-4377-B0E6-25BE7763C102}" type="presOf" srcId="{4978D19E-A64A-42CF-BD8B-387D0DBF2287}" destId="{EE3A3287-4F00-4511-AA39-BABDA8D3BEEF}" srcOrd="0" destOrd="0" presId="urn:microsoft.com/office/officeart/2005/8/layout/pyramid1"/>
    <dgm:cxn modelId="{C919C618-F8F5-4A12-AB92-CBBA70118C75}" type="presOf" srcId="{E3092CC6-3927-4FDD-BB77-A402D3A5C595}" destId="{7A13EA03-C439-4ECE-88F5-047E8AC0B53B}" srcOrd="1" destOrd="0" presId="urn:microsoft.com/office/officeart/2005/8/layout/pyramid1"/>
    <dgm:cxn modelId="{FA9A8123-A99F-4934-98C9-6D2D8C83A083}" type="presOf" srcId="{E4D883E4-0FA6-4493-8AFF-17E7B6797B1F}" destId="{8E30009D-69E1-43F4-8582-F7DFC2D5C41F}" srcOrd="0" destOrd="0" presId="urn:microsoft.com/office/officeart/2005/8/layout/pyramid1"/>
    <dgm:cxn modelId="{2D61FF30-A834-4AE2-8F4D-EF245E01D185}" type="presOf" srcId="{E3092CC6-3927-4FDD-BB77-A402D3A5C595}" destId="{A051F32D-953D-4E67-A21B-4F95FCB5331C}" srcOrd="0" destOrd="0" presId="urn:microsoft.com/office/officeart/2005/8/layout/pyramid1"/>
    <dgm:cxn modelId="{2CC6E66C-EC29-4080-A1D6-0322D738A752}" type="presOf" srcId="{EAB897C9-9518-4A77-9D19-A3CBDE84E648}" destId="{BCDFA223-7529-457A-8C45-B4B0AC50E933}" srcOrd="0" destOrd="0" presId="urn:microsoft.com/office/officeart/2005/8/layout/pyramid1"/>
    <dgm:cxn modelId="{2D768054-E4A5-4D1D-8439-E7ABBAABE6D1}" srcId="{EAB897C9-9518-4A77-9D19-A3CBDE84E648}" destId="{4978D19E-A64A-42CF-BD8B-387D0DBF2287}" srcOrd="3" destOrd="0" parTransId="{CE7AD85D-9729-44AB-90E6-1416F203381F}" sibTransId="{046A7AE0-015D-41A2-B5AC-D40AA94A2F3D}"/>
    <dgm:cxn modelId="{00F33CA5-AEEE-4CBE-B2FA-36DE19C7F61A}" srcId="{EAB897C9-9518-4A77-9D19-A3CBDE84E648}" destId="{E3092CC6-3927-4FDD-BB77-A402D3A5C595}" srcOrd="1" destOrd="0" parTransId="{142C0609-E563-426D-BF23-DAC029E4FAA8}" sibTransId="{64226470-44CB-4133-895A-C944D3AFC3FB}"/>
    <dgm:cxn modelId="{B96B2EBF-FBA6-4A08-9386-170AAD4C7893}" srcId="{EAB897C9-9518-4A77-9D19-A3CBDE84E648}" destId="{A2A5134B-279E-4C42-9172-AD8DC2C02B9B}" srcOrd="0" destOrd="0" parTransId="{88D038E8-703A-4900-9E73-4C848FA2E5C7}" sibTransId="{BE9E68E2-1929-4781-9186-26112C9211CE}"/>
    <dgm:cxn modelId="{673706C5-72D3-482E-9123-CC18BBB2A9A0}" type="presOf" srcId="{4978D19E-A64A-42CF-BD8B-387D0DBF2287}" destId="{34D5A5D6-BA9D-47DE-9EE8-32CC8F830681}" srcOrd="1" destOrd="0" presId="urn:microsoft.com/office/officeart/2005/8/layout/pyramid1"/>
    <dgm:cxn modelId="{50361EC9-CEC4-405A-A0EB-F3DB9FF5FA82}" srcId="{EAB897C9-9518-4A77-9D19-A3CBDE84E648}" destId="{E4D883E4-0FA6-4493-8AFF-17E7B6797B1F}" srcOrd="2" destOrd="0" parTransId="{D568626B-590E-4677-8DEC-A864A029F8A0}" sibTransId="{3733F07E-014D-48F0-AA3E-B8FB368E193A}"/>
    <dgm:cxn modelId="{270D1AE8-4A12-40F9-BE5D-EC2137A99FBD}" type="presOf" srcId="{A2A5134B-279E-4C42-9172-AD8DC2C02B9B}" destId="{7A3D4FBB-6308-4366-84C0-330EED0E9372}" srcOrd="0" destOrd="0" presId="urn:microsoft.com/office/officeart/2005/8/layout/pyramid1"/>
    <dgm:cxn modelId="{FC2DCCE8-FB42-43EA-B190-7A115C5F7AC0}" type="presOf" srcId="{A2A5134B-279E-4C42-9172-AD8DC2C02B9B}" destId="{7134ACDC-AA87-4A5A-A506-4AE4186F717B}" srcOrd="1" destOrd="0" presId="urn:microsoft.com/office/officeart/2005/8/layout/pyramid1"/>
    <dgm:cxn modelId="{A1FD68F4-5727-4342-B7FA-1D18946DF294}" type="presOf" srcId="{E4D883E4-0FA6-4493-8AFF-17E7B6797B1F}" destId="{A63E627B-3568-4382-B7AB-A9331D2E184E}" srcOrd="1" destOrd="0" presId="urn:microsoft.com/office/officeart/2005/8/layout/pyramid1"/>
    <dgm:cxn modelId="{95CA3DF2-B143-437E-AC68-016C3B6C2A1A}" type="presParOf" srcId="{BCDFA223-7529-457A-8C45-B4B0AC50E933}" destId="{DD6D9E6C-4FBE-4FA9-8D9A-C9F91FCAAB8A}" srcOrd="0" destOrd="0" presId="urn:microsoft.com/office/officeart/2005/8/layout/pyramid1"/>
    <dgm:cxn modelId="{B0E2FB34-976B-4CEF-BB03-578F08BEB5A1}" type="presParOf" srcId="{DD6D9E6C-4FBE-4FA9-8D9A-C9F91FCAAB8A}" destId="{7A3D4FBB-6308-4366-84C0-330EED0E9372}" srcOrd="0" destOrd="0" presId="urn:microsoft.com/office/officeart/2005/8/layout/pyramid1"/>
    <dgm:cxn modelId="{B30AF09F-8816-46BB-BADC-2FD3FF834DFF}" type="presParOf" srcId="{DD6D9E6C-4FBE-4FA9-8D9A-C9F91FCAAB8A}" destId="{7134ACDC-AA87-4A5A-A506-4AE4186F717B}" srcOrd="1" destOrd="0" presId="urn:microsoft.com/office/officeart/2005/8/layout/pyramid1"/>
    <dgm:cxn modelId="{AC4A81EE-03B5-413E-898A-4D69B356EE9B}" type="presParOf" srcId="{BCDFA223-7529-457A-8C45-B4B0AC50E933}" destId="{11866B3D-587F-4C38-9458-B914CB7B87EA}" srcOrd="1" destOrd="0" presId="urn:microsoft.com/office/officeart/2005/8/layout/pyramid1"/>
    <dgm:cxn modelId="{7A815EDC-83E0-43E1-A584-935166A3E6F8}" type="presParOf" srcId="{11866B3D-587F-4C38-9458-B914CB7B87EA}" destId="{A051F32D-953D-4E67-A21B-4F95FCB5331C}" srcOrd="0" destOrd="0" presId="urn:microsoft.com/office/officeart/2005/8/layout/pyramid1"/>
    <dgm:cxn modelId="{DBFBE5AC-CB71-4047-BCF1-562BF596ACC2}" type="presParOf" srcId="{11866B3D-587F-4C38-9458-B914CB7B87EA}" destId="{7A13EA03-C439-4ECE-88F5-047E8AC0B53B}" srcOrd="1" destOrd="0" presId="urn:microsoft.com/office/officeart/2005/8/layout/pyramid1"/>
    <dgm:cxn modelId="{E97AA1D2-F386-442F-AB6A-B2AD55E2982E}" type="presParOf" srcId="{BCDFA223-7529-457A-8C45-B4B0AC50E933}" destId="{87FE7676-DA60-4870-ABA2-DF0C1B4A4C25}" srcOrd="2" destOrd="0" presId="urn:microsoft.com/office/officeart/2005/8/layout/pyramid1"/>
    <dgm:cxn modelId="{19AFB03E-B2E4-4D72-8368-EDAB629084EE}" type="presParOf" srcId="{87FE7676-DA60-4870-ABA2-DF0C1B4A4C25}" destId="{8E30009D-69E1-43F4-8582-F7DFC2D5C41F}" srcOrd="0" destOrd="0" presId="urn:microsoft.com/office/officeart/2005/8/layout/pyramid1"/>
    <dgm:cxn modelId="{E9BFD0DB-2299-468D-B564-E6EAB92961A2}" type="presParOf" srcId="{87FE7676-DA60-4870-ABA2-DF0C1B4A4C25}" destId="{A63E627B-3568-4382-B7AB-A9331D2E184E}" srcOrd="1" destOrd="0" presId="urn:microsoft.com/office/officeart/2005/8/layout/pyramid1"/>
    <dgm:cxn modelId="{EE3AA3FE-B0E5-49B8-8049-22AB0E585721}" type="presParOf" srcId="{BCDFA223-7529-457A-8C45-B4B0AC50E933}" destId="{A24AE968-6347-4FEF-A5D1-1CD1FD93060F}" srcOrd="3" destOrd="0" presId="urn:microsoft.com/office/officeart/2005/8/layout/pyramid1"/>
    <dgm:cxn modelId="{3156BC74-360D-48FD-9495-0C76009E1702}" type="presParOf" srcId="{A24AE968-6347-4FEF-A5D1-1CD1FD93060F}" destId="{EE3A3287-4F00-4511-AA39-BABDA8D3BEEF}" srcOrd="0" destOrd="0" presId="urn:microsoft.com/office/officeart/2005/8/layout/pyramid1"/>
    <dgm:cxn modelId="{DD0A8B0D-10B6-4407-8E8B-43C337CDDD0A}" type="presParOf" srcId="{A24AE968-6347-4FEF-A5D1-1CD1FD93060F}" destId="{34D5A5D6-BA9D-47DE-9EE8-32CC8F83068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5F2B2-2C2D-4DCD-BD91-98C96CCD54C4}">
      <dsp:nvSpPr>
        <dsp:cNvPr id="0" name=""/>
        <dsp:cNvSpPr/>
      </dsp:nvSpPr>
      <dsp:spPr>
        <a:xfrm>
          <a:off x="3413735" y="462524"/>
          <a:ext cx="3856482" cy="3856482"/>
        </a:xfrm>
        <a:prstGeom prst="pie">
          <a:avLst>
            <a:gd name="adj1" fmla="val 16200000"/>
            <a:gd name="adj2" fmla="val 19800000"/>
          </a:avLst>
        </a:prstGeom>
        <a:solidFill>
          <a:srgbClr val="4237C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Who</a:t>
          </a:r>
        </a:p>
      </dsp:txBody>
      <dsp:txXfrm>
        <a:off x="5383296" y="875718"/>
        <a:ext cx="1124807" cy="826389"/>
      </dsp:txXfrm>
    </dsp:sp>
    <dsp:sp modelId="{21BCDF05-0F2D-41F1-8709-7B89F95FF43D}">
      <dsp:nvSpPr>
        <dsp:cNvPr id="0" name=""/>
        <dsp:cNvSpPr/>
      </dsp:nvSpPr>
      <dsp:spPr>
        <a:xfrm>
          <a:off x="3413458" y="466680"/>
          <a:ext cx="3856482" cy="3856482"/>
        </a:xfrm>
        <a:prstGeom prst="pie">
          <a:avLst>
            <a:gd name="adj1" fmla="val 19800000"/>
            <a:gd name="adj2" fmla="val 180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err="1"/>
            <a:t>What</a:t>
          </a:r>
          <a:endParaRPr lang="it-IT" sz="2500" kern="1200"/>
        </a:p>
      </dsp:txBody>
      <dsp:txXfrm>
        <a:off x="6053312" y="2004681"/>
        <a:ext cx="1166126" cy="780478"/>
      </dsp:txXfrm>
    </dsp:sp>
    <dsp:sp modelId="{7F8A0356-F4BA-4492-8437-E319B5C5F62A}">
      <dsp:nvSpPr>
        <dsp:cNvPr id="0" name=""/>
        <dsp:cNvSpPr/>
      </dsp:nvSpPr>
      <dsp:spPr>
        <a:xfrm>
          <a:off x="3413458" y="466680"/>
          <a:ext cx="3856482" cy="3856482"/>
        </a:xfrm>
        <a:prstGeom prst="pie">
          <a:avLst>
            <a:gd name="adj1" fmla="val 1800000"/>
            <a:gd name="adj2" fmla="val 540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When</a:t>
          </a:r>
        </a:p>
      </dsp:txBody>
      <dsp:txXfrm>
        <a:off x="5383018" y="3083578"/>
        <a:ext cx="1124807" cy="826389"/>
      </dsp:txXfrm>
    </dsp:sp>
    <dsp:sp modelId="{A7FEC7A6-48C2-4D6D-9D04-3533A952AA1E}">
      <dsp:nvSpPr>
        <dsp:cNvPr id="0" name=""/>
        <dsp:cNvSpPr/>
      </dsp:nvSpPr>
      <dsp:spPr>
        <a:xfrm>
          <a:off x="3413458" y="466680"/>
          <a:ext cx="3856482" cy="3856482"/>
        </a:xfrm>
        <a:prstGeom prst="pie">
          <a:avLst>
            <a:gd name="adj1" fmla="val 5400000"/>
            <a:gd name="adj2" fmla="val 900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Where</a:t>
          </a:r>
        </a:p>
      </dsp:txBody>
      <dsp:txXfrm>
        <a:off x="4175572" y="3083578"/>
        <a:ext cx="1124807" cy="826389"/>
      </dsp:txXfrm>
    </dsp:sp>
    <dsp:sp modelId="{FC3CC17B-5D88-4F19-B256-023751BA1E77}">
      <dsp:nvSpPr>
        <dsp:cNvPr id="0" name=""/>
        <dsp:cNvSpPr/>
      </dsp:nvSpPr>
      <dsp:spPr>
        <a:xfrm>
          <a:off x="3413458" y="466680"/>
          <a:ext cx="3856482" cy="3856482"/>
        </a:xfrm>
        <a:prstGeom prst="pie">
          <a:avLst>
            <a:gd name="adj1" fmla="val 9000000"/>
            <a:gd name="adj2" fmla="val 1260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Why</a:t>
          </a:r>
        </a:p>
      </dsp:txBody>
      <dsp:txXfrm>
        <a:off x="3473142" y="2004681"/>
        <a:ext cx="1166126" cy="780478"/>
      </dsp:txXfrm>
    </dsp:sp>
    <dsp:sp modelId="{08A3BC9E-5706-4FE7-86F4-888924E7ACFA}">
      <dsp:nvSpPr>
        <dsp:cNvPr id="0" name=""/>
        <dsp:cNvSpPr/>
      </dsp:nvSpPr>
      <dsp:spPr>
        <a:xfrm>
          <a:off x="3413458" y="466680"/>
          <a:ext cx="3856482" cy="3856482"/>
        </a:xfrm>
        <a:prstGeom prst="pie">
          <a:avLst>
            <a:gd name="adj1" fmla="val 12600000"/>
            <a:gd name="adj2" fmla="val 16200000"/>
          </a:avLst>
        </a:prstGeom>
        <a:solidFill>
          <a:srgbClr val="FFAA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How</a:t>
          </a:r>
        </a:p>
      </dsp:txBody>
      <dsp:txXfrm>
        <a:off x="4175572" y="879874"/>
        <a:ext cx="1124807" cy="826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D4FBB-6308-4366-84C0-330EED0E9372}">
      <dsp:nvSpPr>
        <dsp:cNvPr id="0" name=""/>
        <dsp:cNvSpPr/>
      </dsp:nvSpPr>
      <dsp:spPr>
        <a:xfrm>
          <a:off x="4049315" y="0"/>
          <a:ext cx="2699543" cy="1147762"/>
        </a:xfrm>
        <a:prstGeom prst="trapezoid">
          <a:avLst>
            <a:gd name="adj" fmla="val 1176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solidFill>
                <a:schemeClr val="bg1"/>
              </a:solidFill>
            </a:rPr>
            <a:t>TS</a:t>
          </a:r>
        </a:p>
      </dsp:txBody>
      <dsp:txXfrm>
        <a:off x="4049315" y="0"/>
        <a:ext cx="2699543" cy="1147762"/>
      </dsp:txXfrm>
    </dsp:sp>
    <dsp:sp modelId="{A051F32D-953D-4E67-A21B-4F95FCB5331C}">
      <dsp:nvSpPr>
        <dsp:cNvPr id="0" name=""/>
        <dsp:cNvSpPr/>
      </dsp:nvSpPr>
      <dsp:spPr>
        <a:xfrm>
          <a:off x="2699543" y="1147762"/>
          <a:ext cx="5399087" cy="1147762"/>
        </a:xfrm>
        <a:prstGeom prst="trapezoid">
          <a:avLst>
            <a:gd name="adj" fmla="val 117600"/>
          </a:avLst>
        </a:prstGeom>
        <a:solidFill>
          <a:srgbClr val="4237C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err="1">
              <a:solidFill>
                <a:schemeClr val="bg1"/>
              </a:solidFill>
            </a:rPr>
            <a:t>Familiarity</a:t>
          </a:r>
          <a:r>
            <a:rPr lang="it-IT" sz="2400" kern="1200">
              <a:solidFill>
                <a:schemeClr val="bg1"/>
              </a:solidFill>
            </a:rPr>
            <a:t> with </a:t>
          </a:r>
          <a:r>
            <a:rPr lang="it-IT" sz="2400" kern="1200" err="1">
              <a:solidFill>
                <a:schemeClr val="bg1"/>
              </a:solidFill>
            </a:rPr>
            <a:t>Asyncronus</a:t>
          </a:r>
          <a:r>
            <a:rPr lang="it-IT" sz="2400" kern="1200">
              <a:solidFill>
                <a:schemeClr val="bg1"/>
              </a:solidFill>
            </a:rPr>
            <a:t> </a:t>
          </a:r>
          <a:r>
            <a:rPr lang="it-IT" sz="2400" kern="1200" err="1">
              <a:solidFill>
                <a:schemeClr val="bg1"/>
              </a:solidFill>
            </a:rPr>
            <a:t>programmig</a:t>
          </a:r>
          <a:endParaRPr lang="it-IT" sz="2400" kern="1200">
            <a:solidFill>
              <a:schemeClr val="bg1"/>
            </a:solidFill>
          </a:endParaRPr>
        </a:p>
      </dsp:txBody>
      <dsp:txXfrm>
        <a:off x="3644384" y="1147762"/>
        <a:ext cx="3509406" cy="1147762"/>
      </dsp:txXfrm>
    </dsp:sp>
    <dsp:sp modelId="{8E30009D-69E1-43F4-8582-F7DFC2D5C41F}">
      <dsp:nvSpPr>
        <dsp:cNvPr id="0" name=""/>
        <dsp:cNvSpPr/>
      </dsp:nvSpPr>
      <dsp:spPr>
        <a:xfrm>
          <a:off x="1349771" y="2295524"/>
          <a:ext cx="8098631" cy="1147762"/>
        </a:xfrm>
        <a:prstGeom prst="trapezoid">
          <a:avLst>
            <a:gd name="adj" fmla="val 1176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solidFill>
                <a:schemeClr val="bg1"/>
              </a:solidFill>
            </a:rPr>
            <a:t>Knowledge of JS, JSON, HTML and CSS</a:t>
          </a:r>
        </a:p>
      </dsp:txBody>
      <dsp:txXfrm>
        <a:off x="2767032" y="2295524"/>
        <a:ext cx="5264110" cy="1147762"/>
      </dsp:txXfrm>
    </dsp:sp>
    <dsp:sp modelId="{EE3A3287-4F00-4511-AA39-BABDA8D3BEEF}">
      <dsp:nvSpPr>
        <dsp:cNvPr id="0" name=""/>
        <dsp:cNvSpPr/>
      </dsp:nvSpPr>
      <dsp:spPr>
        <a:xfrm>
          <a:off x="0" y="3443287"/>
          <a:ext cx="10798175" cy="1147762"/>
        </a:xfrm>
        <a:prstGeom prst="trapezoid">
          <a:avLst>
            <a:gd name="adj" fmla="val 117600"/>
          </a:avLst>
        </a:prstGeom>
        <a:solidFill>
          <a:srgbClr val="FFAA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solidFill>
                <a:schemeClr val="bg1"/>
              </a:solidFill>
            </a:rPr>
            <a:t>Knowledge of </a:t>
          </a:r>
          <a:r>
            <a:rPr lang="it-IT" sz="2400" kern="1200" err="1">
              <a:solidFill>
                <a:schemeClr val="bg1"/>
              </a:solidFill>
            </a:rPr>
            <a:t>procedural</a:t>
          </a:r>
          <a:r>
            <a:rPr lang="it-IT" sz="2400" kern="1200">
              <a:solidFill>
                <a:schemeClr val="bg1"/>
              </a:solidFill>
            </a:rPr>
            <a:t> programming</a:t>
          </a:r>
        </a:p>
      </dsp:txBody>
      <dsp:txXfrm>
        <a:off x="1889680" y="3443287"/>
        <a:ext cx="7018813" cy="1147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6223E-DB1B-4669-9FA5-3051E2A6773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01067-17E9-4D6E-9387-08C02AA2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36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A414B-2E93-A449-B502-0631273C4E5B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DCEF-4857-944B-96DF-FBDF8E41479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575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24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48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71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95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19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43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66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90" algn="l" defTabSz="91424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EE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ADDBE0AF-421F-6AE1-444A-1DE2A88FE9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306" y="1746045"/>
            <a:ext cx="4518465" cy="191155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presentazione</a:t>
            </a:r>
            <a:br>
              <a:rPr lang="en-US"/>
            </a:br>
            <a:r>
              <a:rPr lang="en-US"/>
              <a:t>Segoe UI 32pt</a:t>
            </a:r>
            <a:br>
              <a:rPr lang="en-US"/>
            </a:br>
            <a:r>
              <a:rPr lang="en-US"/>
              <a:t>max quattro </a:t>
            </a:r>
            <a:r>
              <a:rPr lang="en-US" err="1"/>
              <a:t>righe</a:t>
            </a:r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6C7E8644-29B8-AC50-BE78-3E1ADA59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306" y="3665117"/>
            <a:ext cx="4518465" cy="1118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900" b="0" i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defRPr>
            </a:lvl1pPr>
            <a:lvl2pPr marL="457124" indent="0" algn="ctr">
              <a:buNone/>
              <a:defRPr sz="2000"/>
            </a:lvl2pPr>
            <a:lvl3pPr marL="914248" indent="0" algn="ctr">
              <a:buNone/>
              <a:defRPr sz="1800"/>
            </a:lvl3pPr>
            <a:lvl4pPr marL="1371371" indent="0" algn="ctr">
              <a:buNone/>
              <a:defRPr sz="1600"/>
            </a:lvl4pPr>
            <a:lvl5pPr marL="1828495" indent="0" algn="ctr">
              <a:buNone/>
              <a:defRPr sz="1600"/>
            </a:lvl5pPr>
            <a:lvl6pPr marL="2285619" indent="0" algn="ctr">
              <a:buNone/>
              <a:defRPr sz="1600"/>
            </a:lvl6pPr>
            <a:lvl7pPr marL="2742743" indent="0" algn="ctr">
              <a:buNone/>
              <a:defRPr sz="1600"/>
            </a:lvl7pPr>
            <a:lvl8pPr marL="3199866" indent="0" algn="ctr">
              <a:buNone/>
              <a:defRPr sz="1600"/>
            </a:lvl8pPr>
            <a:lvl9pPr marL="3656991" indent="0" algn="ctr">
              <a:buNone/>
              <a:defRPr sz="1600"/>
            </a:lvl9pPr>
          </a:lstStyle>
          <a:p>
            <a:r>
              <a:rPr lang="en-US" err="1"/>
              <a:t>Sottotitolo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presentazione</a:t>
            </a:r>
            <a:br>
              <a:rPr lang="en-US"/>
            </a:br>
            <a:r>
              <a:rPr lang="en-US"/>
              <a:t>Segoe UI 19pt max </a:t>
            </a:r>
            <a:br>
              <a:rPr lang="en-US"/>
            </a:br>
            <a:r>
              <a:rPr lang="en-US" err="1"/>
              <a:t>tre</a:t>
            </a:r>
            <a:r>
              <a:rPr lang="en-US"/>
              <a:t> </a:t>
            </a:r>
            <a:r>
              <a:rPr lang="en-US" err="1"/>
              <a:t>righe</a:t>
            </a:r>
            <a:endParaRPr lang="it-IT"/>
          </a:p>
        </p:txBody>
      </p:sp>
      <p:sp>
        <p:nvSpPr>
          <p:cNvPr id="9" name="Segnaposto immagine 4">
            <a:extLst>
              <a:ext uri="{FF2B5EF4-FFF2-40B4-BE49-F238E27FC236}">
                <a16:creationId xmlns:a16="http://schemas.microsoft.com/office/drawing/2014/main" id="{1AC7B69E-5955-A137-57AE-DCD2B630A33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0"/>
            <a:ext cx="6101524" cy="6858000"/>
          </a:xfrm>
        </p:spPr>
        <p:txBody>
          <a:bodyPr anchor="ctr"/>
          <a:lstStyle>
            <a:lvl1pPr algn="ctr"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it-IT"/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BF925AE4-A39A-5393-D43E-16756607E7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997" y="4847124"/>
            <a:ext cx="1458913" cy="216000"/>
          </a:xfrm>
        </p:spPr>
        <p:txBody>
          <a:bodyPr anchor="ctr">
            <a:noAutofit/>
          </a:bodyPr>
          <a:lstStyle>
            <a:lvl1pPr marL="0" indent="0">
              <a:buNone/>
              <a:defRPr sz="1100" b="0" i="0">
                <a:solidFill>
                  <a:srgbClr val="8C1D74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MONTH 24</a:t>
            </a:r>
            <a:endParaRPr lang="en-GB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524D0F0B-6528-565C-0FE3-27EF7F053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3" name="Ligne">
            <a:extLst>
              <a:ext uri="{FF2B5EF4-FFF2-40B4-BE49-F238E27FC236}">
                <a16:creationId xmlns:a16="http://schemas.microsoft.com/office/drawing/2014/main" id="{0B987D39-16C7-EBA4-7FFD-CF72C5464555}"/>
              </a:ext>
            </a:extLst>
          </p:cNvPr>
          <p:cNvSpPr/>
          <p:nvPr userDrawn="1"/>
        </p:nvSpPr>
        <p:spPr>
          <a:xfrm flipV="1">
            <a:off x="0" y="386922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9C1BDFBE-8A59-C77D-90B5-FF63F0388E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8" y="301524"/>
            <a:ext cx="5250429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B85582F-B452-DE2E-1AC1-6908FD4AC7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1900" b="34214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3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ight">
    <p:bg>
      <p:bgPr>
        <a:solidFill>
          <a:schemeClr val="tx1">
            <a:alpha val="9519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9AD143A-7A16-8FC5-05F8-A1DEC1532E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306" y="1746045"/>
            <a:ext cx="4518465" cy="191155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 i="0">
                <a:solidFill>
                  <a:srgbClr val="F2F2F2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presentazione</a:t>
            </a:r>
            <a:br>
              <a:rPr lang="en-US"/>
            </a:br>
            <a:r>
              <a:rPr lang="en-US"/>
              <a:t>Segoe UI 32pt</a:t>
            </a:r>
            <a:br>
              <a:rPr lang="en-US"/>
            </a:br>
            <a:r>
              <a:rPr lang="en-US"/>
              <a:t>max quattro </a:t>
            </a:r>
            <a:r>
              <a:rPr lang="en-US" err="1"/>
              <a:t>righe</a:t>
            </a:r>
            <a:endParaRPr lang="it-IT"/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05F8AB07-11A1-C5E3-0A0D-6ED0EF79FD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306" y="3665117"/>
            <a:ext cx="4518465" cy="1118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900" b="0" i="0">
                <a:solidFill>
                  <a:srgbClr val="F2F2F2"/>
                </a:solidFill>
                <a:latin typeface="Poppins Light" pitchFamily="2" charset="77"/>
                <a:cs typeface="Poppins Light" pitchFamily="2" charset="77"/>
              </a:defRPr>
            </a:lvl1pPr>
            <a:lvl2pPr marL="457124" indent="0" algn="ctr">
              <a:buNone/>
              <a:defRPr sz="2000"/>
            </a:lvl2pPr>
            <a:lvl3pPr marL="914248" indent="0" algn="ctr">
              <a:buNone/>
              <a:defRPr sz="1800"/>
            </a:lvl3pPr>
            <a:lvl4pPr marL="1371371" indent="0" algn="ctr">
              <a:buNone/>
              <a:defRPr sz="1600"/>
            </a:lvl4pPr>
            <a:lvl5pPr marL="1828495" indent="0" algn="ctr">
              <a:buNone/>
              <a:defRPr sz="1600"/>
            </a:lvl5pPr>
            <a:lvl6pPr marL="2285619" indent="0" algn="ctr">
              <a:buNone/>
              <a:defRPr sz="1600"/>
            </a:lvl6pPr>
            <a:lvl7pPr marL="2742743" indent="0" algn="ctr">
              <a:buNone/>
              <a:defRPr sz="1600"/>
            </a:lvl7pPr>
            <a:lvl8pPr marL="3199866" indent="0" algn="ctr">
              <a:buNone/>
              <a:defRPr sz="1600"/>
            </a:lvl8pPr>
            <a:lvl9pPr marL="3656991" indent="0" algn="ctr">
              <a:buNone/>
              <a:defRPr sz="1600"/>
            </a:lvl9pPr>
          </a:lstStyle>
          <a:p>
            <a:r>
              <a:rPr lang="en-US" err="1"/>
              <a:t>Sottotitolo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presentazione</a:t>
            </a:r>
            <a:br>
              <a:rPr lang="en-US"/>
            </a:br>
            <a:r>
              <a:rPr lang="en-US"/>
              <a:t>Segoe UI 19pt max </a:t>
            </a:r>
            <a:br>
              <a:rPr lang="en-US"/>
            </a:br>
            <a:r>
              <a:rPr lang="en-US" err="1"/>
              <a:t>tre</a:t>
            </a:r>
            <a:r>
              <a:rPr lang="en-US"/>
              <a:t> </a:t>
            </a:r>
            <a:r>
              <a:rPr lang="en-US" err="1"/>
              <a:t>righe</a:t>
            </a:r>
            <a:endParaRPr lang="it-IT"/>
          </a:p>
        </p:txBody>
      </p:sp>
      <p:sp>
        <p:nvSpPr>
          <p:cNvPr id="7" name="Segnaposto immagine 4">
            <a:extLst>
              <a:ext uri="{FF2B5EF4-FFF2-40B4-BE49-F238E27FC236}">
                <a16:creationId xmlns:a16="http://schemas.microsoft.com/office/drawing/2014/main" id="{3214816B-A30F-FF1B-96F2-1B0CFF61D7A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0"/>
            <a:ext cx="6101524" cy="6858000"/>
          </a:xfrm>
        </p:spPr>
        <p:txBody>
          <a:bodyPr anchor="ctr"/>
          <a:lstStyle>
            <a:lvl1pPr algn="ctr"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it-IT"/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811B389C-853D-611B-BE1D-8DFB7252F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997" y="4845237"/>
            <a:ext cx="1458913" cy="216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rgbClr val="8C1D74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MONTH 24</a:t>
            </a:r>
            <a:endParaRPr lang="en-GB"/>
          </a:p>
        </p:txBody>
      </p:sp>
      <p:sp>
        <p:nvSpPr>
          <p:cNvPr id="2" name="Ligne">
            <a:extLst>
              <a:ext uri="{FF2B5EF4-FFF2-40B4-BE49-F238E27FC236}">
                <a16:creationId xmlns:a16="http://schemas.microsoft.com/office/drawing/2014/main" id="{035E5D88-5764-3E82-2760-BD9270F00C50}"/>
              </a:ext>
            </a:extLst>
          </p:cNvPr>
          <p:cNvSpPr/>
          <p:nvPr userDrawn="1"/>
        </p:nvSpPr>
        <p:spPr>
          <a:xfrm flipV="1">
            <a:off x="0" y="386922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8" name="Immagine 13">
            <a:extLst>
              <a:ext uri="{FF2B5EF4-FFF2-40B4-BE49-F238E27FC236}">
                <a16:creationId xmlns:a16="http://schemas.microsoft.com/office/drawing/2014/main" id="{45942F9E-DCA5-58D3-0B46-F811F9FC09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3" name="Segnaposto testo 7">
            <a:extLst>
              <a:ext uri="{FF2B5EF4-FFF2-40B4-BE49-F238E27FC236}">
                <a16:creationId xmlns:a16="http://schemas.microsoft.com/office/drawing/2014/main" id="{A3596A7A-0C25-A462-65FB-1292B60A11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8" y="301524"/>
            <a:ext cx="5250429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CDB72487-63CE-32F5-5B9D-1DC6581AC0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3057" b="33057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09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bg>
      <p:bgPr>
        <a:solidFill>
          <a:srgbClr val="EE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4">
            <a:extLst>
              <a:ext uri="{FF2B5EF4-FFF2-40B4-BE49-F238E27FC236}">
                <a16:creationId xmlns:a16="http://schemas.microsoft.com/office/drawing/2014/main" id="{76D25E32-FBB5-D42C-48FA-E4C3FE8EBA3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88276" y="0"/>
            <a:ext cx="4409248" cy="6858000"/>
          </a:xfrm>
        </p:spPr>
        <p:txBody>
          <a:bodyPr anchor="ctr"/>
          <a:lstStyle>
            <a:lvl1pPr algn="ctr"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it-IT"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412A7C2-60A7-C147-9EE9-89EA3D457A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306" y="944167"/>
            <a:ext cx="6157694" cy="164809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sezione</a:t>
            </a:r>
            <a:br>
              <a:rPr lang="en-US"/>
            </a:br>
            <a:r>
              <a:rPr lang="en-US"/>
              <a:t>Segoe UI 32pt</a:t>
            </a:r>
            <a:br>
              <a:rPr lang="en-US"/>
            </a:br>
            <a:r>
              <a:rPr lang="en-US"/>
              <a:t>max </a:t>
            </a:r>
            <a:r>
              <a:rPr lang="en-US" err="1"/>
              <a:t>tre</a:t>
            </a:r>
            <a:r>
              <a:rPr lang="en-US"/>
              <a:t> </a:t>
            </a:r>
            <a:r>
              <a:rPr lang="en-US" err="1"/>
              <a:t>righe</a:t>
            </a:r>
            <a:endParaRPr lang="it-IT"/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43DEB81A-8485-FB4D-914B-2DF75789D0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305" y="2627121"/>
            <a:ext cx="6157693" cy="30963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150" b="1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457124" indent="0" algn="ctr">
              <a:buNone/>
              <a:defRPr sz="2000"/>
            </a:lvl2pPr>
            <a:lvl3pPr marL="914248" indent="0" algn="ctr">
              <a:buNone/>
              <a:defRPr sz="1800"/>
            </a:lvl3pPr>
            <a:lvl4pPr marL="1371371" indent="0" algn="ctr">
              <a:buNone/>
              <a:defRPr sz="1600"/>
            </a:lvl4pPr>
            <a:lvl5pPr marL="1828495" indent="0" algn="ctr">
              <a:buNone/>
              <a:defRPr sz="1600"/>
            </a:lvl5pPr>
            <a:lvl6pPr marL="2285619" indent="0" algn="ctr">
              <a:buNone/>
              <a:defRPr sz="1600"/>
            </a:lvl6pPr>
            <a:lvl7pPr marL="2742743" indent="0" algn="ctr">
              <a:buNone/>
              <a:defRPr sz="1600"/>
            </a:lvl7pPr>
            <a:lvl8pPr marL="3199866" indent="0" algn="ctr">
              <a:buNone/>
              <a:defRPr sz="1600"/>
            </a:lvl8pPr>
            <a:lvl9pPr marL="3656991" indent="0" algn="ctr">
              <a:buNone/>
              <a:defRPr sz="1600"/>
            </a:lvl9pPr>
          </a:lstStyle>
          <a:p>
            <a:r>
              <a:rPr lang="en-US" err="1"/>
              <a:t>Indice</a:t>
            </a:r>
            <a:r>
              <a:rPr lang="en-US"/>
              <a:t> del </a:t>
            </a:r>
            <a:r>
              <a:rPr lang="en-US" err="1"/>
              <a:t>documento</a:t>
            </a:r>
            <a:endParaRPr lang="it-IT"/>
          </a:p>
        </p:txBody>
      </p:sp>
      <p:sp>
        <p:nvSpPr>
          <p:cNvPr id="2" name="Ligne">
            <a:extLst>
              <a:ext uri="{FF2B5EF4-FFF2-40B4-BE49-F238E27FC236}">
                <a16:creationId xmlns:a16="http://schemas.microsoft.com/office/drawing/2014/main" id="{99A35680-6F66-26EA-36CD-A25CD264C61E}"/>
              </a:ext>
            </a:extLst>
          </p:cNvPr>
          <p:cNvSpPr/>
          <p:nvPr userDrawn="1"/>
        </p:nvSpPr>
        <p:spPr>
          <a:xfrm flipV="1">
            <a:off x="0" y="386922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Numéro de diapositive">
            <a:extLst>
              <a:ext uri="{FF2B5EF4-FFF2-40B4-BE49-F238E27FC236}">
                <a16:creationId xmlns:a16="http://schemas.microsoft.com/office/drawing/2014/main" id="{A580E799-E47E-BA50-8C06-B3294D39381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8825" y="300147"/>
            <a:ext cx="396000" cy="216000"/>
          </a:xfrm>
          <a:prstGeom prst="rect">
            <a:avLst/>
          </a:prstGeom>
        </p:spPr>
        <p:txBody>
          <a:bodyPr lIns="50400" tIns="50400" rIns="50400" bIns="18000" anchor="ctr">
            <a:noAutofit/>
          </a:bodyPr>
          <a:lstStyle>
            <a:lvl1pPr defTabSz="914400">
              <a:lnSpc>
                <a:spcPct val="80000"/>
              </a:lnSpc>
              <a:defRPr sz="900" b="0" i="0" spc="-22">
                <a:solidFill>
                  <a:srgbClr val="8C1D74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NouvelR"/>
              </a:defRPr>
            </a:lvl1pPr>
          </a:lstStyle>
          <a:p>
            <a:fld id="{86CB4B4D-7CA3-9044-876B-883B54F8677D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magine 13">
            <a:extLst>
              <a:ext uri="{FF2B5EF4-FFF2-40B4-BE49-F238E27FC236}">
                <a16:creationId xmlns:a16="http://schemas.microsoft.com/office/drawing/2014/main" id="{321B0444-3C0C-8479-1AE6-55C0B86C13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D982CE08-37E9-7B33-4F49-91E707A52C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942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r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PRESENTATION TITLE</a:t>
            </a:r>
            <a:endParaRPr lang="en-GB"/>
          </a:p>
        </p:txBody>
      </p:sp>
      <p:sp>
        <p:nvSpPr>
          <p:cNvPr id="3" name="Segnaposto testo 7">
            <a:extLst>
              <a:ext uri="{FF2B5EF4-FFF2-40B4-BE49-F238E27FC236}">
                <a16:creationId xmlns:a16="http://schemas.microsoft.com/office/drawing/2014/main" id="{51DB2027-3BDF-9621-EF44-0510C8AA8D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5628254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534B533D-B821-847A-6BF2-15F0215875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1900" b="34214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1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EE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ne">
            <a:extLst>
              <a:ext uri="{FF2B5EF4-FFF2-40B4-BE49-F238E27FC236}">
                <a16:creationId xmlns:a16="http://schemas.microsoft.com/office/drawing/2014/main" id="{99A35680-6F66-26EA-36CD-A25CD264C61E}"/>
              </a:ext>
            </a:extLst>
          </p:cNvPr>
          <p:cNvSpPr/>
          <p:nvPr userDrawn="1"/>
        </p:nvSpPr>
        <p:spPr>
          <a:xfrm flipV="1">
            <a:off x="0" y="386922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21242CE-2423-ECEB-9BDC-6CD55F9B6E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6449" y="2701637"/>
            <a:ext cx="6506040" cy="3212197"/>
          </a:xfrm>
          <a:prstGeom prst="rect">
            <a:avLst/>
          </a:prstGeom>
        </p:spPr>
        <p:txBody>
          <a:bodyPr vert="horz" lIns="0" tIns="0" rIns="0" bIns="0" numCol="2" spcCol="504000" rtlCol="0">
            <a:noAutofit/>
          </a:bodyPr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lang="en-US"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Layout due </a:t>
            </a:r>
            <a:r>
              <a:rPr lang="en-US" err="1"/>
              <a:t>colonne</a:t>
            </a:r>
            <a:endParaRPr lang="en-US"/>
          </a:p>
        </p:txBody>
      </p:sp>
      <p:pic>
        <p:nvPicPr>
          <p:cNvPr id="9" name="Immagine 1">
            <a:extLst>
              <a:ext uri="{FF2B5EF4-FFF2-40B4-BE49-F238E27FC236}">
                <a16:creationId xmlns:a16="http://schemas.microsoft.com/office/drawing/2014/main" id="{21DA96F1-6351-E151-010F-5C822130F0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998" t="24012" r="73048" b="22651"/>
          <a:stretch/>
        </p:blipFill>
        <p:spPr>
          <a:xfrm>
            <a:off x="5686905" y="1721108"/>
            <a:ext cx="6264853" cy="4924886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E7C85799-86DE-0AD5-C992-BD1D24A6654A}"/>
              </a:ext>
            </a:extLst>
          </p:cNvPr>
          <p:cNvSpPr txBox="1">
            <a:spLocks/>
          </p:cNvSpPr>
          <p:nvPr userDrawn="1"/>
        </p:nvSpPr>
        <p:spPr>
          <a:xfrm>
            <a:off x="700305" y="944167"/>
            <a:ext cx="6502183" cy="164809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24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tx1"/>
                </a:solidFill>
                <a:latin typeface="Poppins Medium" pitchFamily="2" charset="77"/>
                <a:ea typeface="+mj-ea"/>
                <a:cs typeface="Poppins Medium" pitchFamily="2" charset="77"/>
              </a:defRPr>
            </a:lvl1pPr>
          </a:lstStyle>
          <a:p>
            <a:r>
              <a:rPr lang="en-US" b="0" i="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AGENDA</a:t>
            </a:r>
            <a:endParaRPr lang="it-IT" b="0" i="0">
              <a:solidFill>
                <a:schemeClr val="accent1"/>
              </a:solidFill>
              <a:latin typeface="Poppins Thin" pitchFamily="2" charset="77"/>
              <a:cs typeface="Poppins Thin" pitchFamily="2" charset="77"/>
            </a:endParaRPr>
          </a:p>
        </p:txBody>
      </p:sp>
      <p:pic>
        <p:nvPicPr>
          <p:cNvPr id="8" name="Immagine 13">
            <a:extLst>
              <a:ext uri="{FF2B5EF4-FFF2-40B4-BE49-F238E27FC236}">
                <a16:creationId xmlns:a16="http://schemas.microsoft.com/office/drawing/2014/main" id="{41632140-5A03-A488-141F-83ADD7831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57962E92-7B66-5BEC-8FA7-BE9F4B3F6E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942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r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PRESENTATION TITLE</a:t>
            </a:r>
            <a:endParaRPr lang="en-GB"/>
          </a:p>
        </p:txBody>
      </p:sp>
      <p:sp>
        <p:nvSpPr>
          <p:cNvPr id="14" name="Numéro de diapositive">
            <a:extLst>
              <a:ext uri="{FF2B5EF4-FFF2-40B4-BE49-F238E27FC236}">
                <a16:creationId xmlns:a16="http://schemas.microsoft.com/office/drawing/2014/main" id="{A83D7951-DFAD-9919-031D-B5666EB03D6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8825" y="300147"/>
            <a:ext cx="396000" cy="216000"/>
          </a:xfrm>
          <a:prstGeom prst="rect">
            <a:avLst/>
          </a:prstGeom>
        </p:spPr>
        <p:txBody>
          <a:bodyPr lIns="50400" tIns="50400" rIns="50400" bIns="18000" anchor="ctr">
            <a:noAutofit/>
          </a:bodyPr>
          <a:lstStyle>
            <a:lvl1pPr defTabSz="914400">
              <a:lnSpc>
                <a:spcPct val="80000"/>
              </a:lnSpc>
              <a:defRPr sz="900" b="0" i="0" spc="-22">
                <a:solidFill>
                  <a:srgbClr val="8C1D74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NouvelR"/>
              </a:defRPr>
            </a:lvl1pPr>
          </a:lstStyle>
          <a:p>
            <a:fld id="{86CB4B4D-7CA3-9044-876B-883B54F8677D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Segnaposto testo 7">
            <a:extLst>
              <a:ext uri="{FF2B5EF4-FFF2-40B4-BE49-F238E27FC236}">
                <a16:creationId xmlns:a16="http://schemas.microsoft.com/office/drawing/2014/main" id="{6228EF53-3105-DC7E-9A23-D844FA470D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8" y="301524"/>
            <a:ext cx="5250429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88226EE-B471-DF67-C3AA-D8C88A06AC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31900" b="34214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7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973A091-151E-654E-9324-363466DC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55" y="642122"/>
            <a:ext cx="10743005" cy="251999"/>
          </a:xfrm>
        </p:spPr>
        <p:txBody>
          <a:bodyPr/>
          <a:lstStyle>
            <a:lvl1pPr>
              <a:defRPr b="0" i="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Ligne">
            <a:extLst>
              <a:ext uri="{FF2B5EF4-FFF2-40B4-BE49-F238E27FC236}">
                <a16:creationId xmlns:a16="http://schemas.microsoft.com/office/drawing/2014/main" id="{015B80AB-9581-BAC4-9F5E-7EC8614964FD}"/>
              </a:ext>
            </a:extLst>
          </p:cNvPr>
          <p:cNvSpPr/>
          <p:nvPr userDrawn="1"/>
        </p:nvSpPr>
        <p:spPr>
          <a:xfrm flipV="1">
            <a:off x="0" y="386922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Immagine 13">
            <a:extLst>
              <a:ext uri="{FF2B5EF4-FFF2-40B4-BE49-F238E27FC236}">
                <a16:creationId xmlns:a16="http://schemas.microsoft.com/office/drawing/2014/main" id="{AB3F1461-310C-FF73-2BD1-4A63FD5569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2F9FCAA0-80A7-88F6-F526-B51E364CEA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942" y="301524"/>
            <a:ext cx="4372610" cy="216000"/>
          </a:xfrm>
        </p:spPr>
        <p:txBody>
          <a:bodyPr lIns="50400" rIns="90000" anchor="ctr">
            <a:noAutofit/>
          </a:bodyPr>
          <a:lstStyle>
            <a:lvl1pPr marL="0" indent="0" algn="r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PRESENTATION TITLE</a:t>
            </a:r>
            <a:endParaRPr lang="en-GB"/>
          </a:p>
        </p:txBody>
      </p:sp>
      <p:sp>
        <p:nvSpPr>
          <p:cNvPr id="10" name="Numéro de diapositive">
            <a:extLst>
              <a:ext uri="{FF2B5EF4-FFF2-40B4-BE49-F238E27FC236}">
                <a16:creationId xmlns:a16="http://schemas.microsoft.com/office/drawing/2014/main" id="{92F3509F-F21A-F428-2045-02042963601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8825" y="300147"/>
            <a:ext cx="396000" cy="216000"/>
          </a:xfrm>
          <a:prstGeom prst="rect">
            <a:avLst/>
          </a:prstGeom>
        </p:spPr>
        <p:txBody>
          <a:bodyPr lIns="50400" tIns="50400" rIns="50400" bIns="18000" anchor="ctr">
            <a:noAutofit/>
          </a:bodyPr>
          <a:lstStyle>
            <a:lvl1pPr defTabSz="914400">
              <a:lnSpc>
                <a:spcPct val="80000"/>
              </a:lnSpc>
              <a:defRPr sz="900" b="0" i="0" spc="-22">
                <a:solidFill>
                  <a:srgbClr val="8C1D74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NouvelR"/>
              </a:defRPr>
            </a:lvl1pPr>
          </a:lstStyle>
          <a:p>
            <a:fld id="{86CB4B4D-7CA3-9044-876B-883B54F8677D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3024C108-C1C9-E899-9051-D09072FA15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8" y="301524"/>
            <a:ext cx="5250429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3E08345-0F34-11EF-03A7-CF4D8F018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1900" b="34214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9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3">
            <a:extLst>
              <a:ext uri="{FF2B5EF4-FFF2-40B4-BE49-F238E27FC236}">
                <a16:creationId xmlns:a16="http://schemas.microsoft.com/office/drawing/2014/main" id="{ED0CCFD7-DF6B-49D7-E1BC-6CEEC9966A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4" name="Segnaposto immagine 4">
            <a:extLst>
              <a:ext uri="{FF2B5EF4-FFF2-40B4-BE49-F238E27FC236}">
                <a16:creationId xmlns:a16="http://schemas.microsoft.com/office/drawing/2014/main" id="{4B7D30FC-611E-7379-0C50-AED848806C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89590" y="2679272"/>
            <a:ext cx="581723" cy="581025"/>
          </a:xfrm>
          <a:prstGeom prst="ellipse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>
                    <a:alpha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err="1"/>
              <a:t>Immagine</a:t>
            </a:r>
            <a:endParaRPr lang="it-IT"/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770E5819-EB9E-0A32-EB51-619A71972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545" y="2491360"/>
            <a:ext cx="2868421" cy="473139"/>
          </a:xfrm>
          <a:prstGeom prst="rect">
            <a:avLst/>
          </a:prstGeom>
        </p:spPr>
        <p:txBody>
          <a:bodyPr tIns="0" rIns="0" bIns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125" b="1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Relatore</a:t>
            </a:r>
          </a:p>
        </p:txBody>
      </p:sp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94980871-E330-44C2-2EE5-12F7C4E5D0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545" y="3001908"/>
            <a:ext cx="2868421" cy="427092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75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 err="1"/>
              <a:t>Jobtitle</a:t>
            </a:r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20B2B29-C032-1B72-1C74-FE606A662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306" y="944167"/>
            <a:ext cx="5395694" cy="924852"/>
          </a:xfrm>
        </p:spPr>
        <p:txBody>
          <a:bodyPr anchor="b">
            <a:noAutofit/>
          </a:bodyPr>
          <a:lstStyle>
            <a:lvl1pPr algn="l">
              <a:defRPr sz="320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err="1"/>
              <a:t>Grazie</a:t>
            </a:r>
            <a:r>
              <a:rPr lang="en-US"/>
              <a:t> per </a:t>
            </a:r>
            <a:r>
              <a:rPr lang="en-US" err="1"/>
              <a:t>l'attenzione</a:t>
            </a:r>
            <a:endParaRPr lang="it-IT"/>
          </a:p>
        </p:txBody>
      </p:sp>
      <p:sp>
        <p:nvSpPr>
          <p:cNvPr id="8" name="Segnaposto immagine 25">
            <a:extLst>
              <a:ext uri="{FF2B5EF4-FFF2-40B4-BE49-F238E27FC236}">
                <a16:creationId xmlns:a16="http://schemas.microsoft.com/office/drawing/2014/main" id="{2ADFC332-C2D1-D0C0-DD70-5F6A7E986FA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29363" y="0"/>
            <a:ext cx="5862637" cy="685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it-IT"/>
              <a:t>Clicca o trascina un file per inserire un’immagine</a:t>
            </a:r>
          </a:p>
        </p:txBody>
      </p:sp>
      <p:sp>
        <p:nvSpPr>
          <p:cNvPr id="26" name="Ligne">
            <a:extLst>
              <a:ext uri="{FF2B5EF4-FFF2-40B4-BE49-F238E27FC236}">
                <a16:creationId xmlns:a16="http://schemas.microsoft.com/office/drawing/2014/main" id="{F96625FC-5DCA-F39B-ECAD-0A0C8814B67E}"/>
              </a:ext>
            </a:extLst>
          </p:cNvPr>
          <p:cNvSpPr/>
          <p:nvPr userDrawn="1"/>
        </p:nvSpPr>
        <p:spPr>
          <a:xfrm flipV="1">
            <a:off x="0" y="1613050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06161E9-463E-E669-A315-E48BBCE240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1900" b="34214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 Night">
    <p:bg>
      <p:bgPr>
        <a:solidFill>
          <a:schemeClr val="tx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3">
            <a:extLst>
              <a:ext uri="{FF2B5EF4-FFF2-40B4-BE49-F238E27FC236}">
                <a16:creationId xmlns:a16="http://schemas.microsoft.com/office/drawing/2014/main" id="{ED0CCFD7-DF6B-49D7-E1BC-6CEEC9966A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4" name="Segnaposto immagine 4">
            <a:extLst>
              <a:ext uri="{FF2B5EF4-FFF2-40B4-BE49-F238E27FC236}">
                <a16:creationId xmlns:a16="http://schemas.microsoft.com/office/drawing/2014/main" id="{4B7D30FC-611E-7379-0C50-AED848806C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89590" y="2679272"/>
            <a:ext cx="581723" cy="581025"/>
          </a:xfrm>
          <a:prstGeom prst="ellipse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>
                    <a:alpha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err="1"/>
              <a:t>Immagine</a:t>
            </a:r>
            <a:endParaRPr lang="it-IT"/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770E5819-EB9E-0A32-EB51-619A71972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0545" y="2491360"/>
            <a:ext cx="2868421" cy="473139"/>
          </a:xfrm>
          <a:prstGeom prst="rect">
            <a:avLst/>
          </a:prstGeom>
        </p:spPr>
        <p:txBody>
          <a:bodyPr tIns="0" rIns="0" bIns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125" b="1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Relatore</a:t>
            </a:r>
          </a:p>
        </p:txBody>
      </p:sp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94980871-E330-44C2-2EE5-12F7C4E5D0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545" y="3006368"/>
            <a:ext cx="2868421" cy="422631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75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 err="1"/>
              <a:t>Jobtitle</a:t>
            </a:r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20B2B29-C032-1B72-1C74-FE606A662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306" y="944167"/>
            <a:ext cx="5395694" cy="924852"/>
          </a:xfrm>
        </p:spPr>
        <p:txBody>
          <a:bodyPr anchor="b">
            <a:noAutofit/>
          </a:bodyPr>
          <a:lstStyle>
            <a:lvl1pPr algn="l">
              <a:defRPr sz="320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err="1"/>
              <a:t>Grazie</a:t>
            </a:r>
            <a:r>
              <a:rPr lang="en-US"/>
              <a:t> per </a:t>
            </a:r>
            <a:r>
              <a:rPr lang="en-US" err="1"/>
              <a:t>l'attenzione</a:t>
            </a:r>
            <a:endParaRPr lang="it-IT"/>
          </a:p>
        </p:txBody>
      </p:sp>
      <p:sp>
        <p:nvSpPr>
          <p:cNvPr id="8" name="Segnaposto immagine 25">
            <a:extLst>
              <a:ext uri="{FF2B5EF4-FFF2-40B4-BE49-F238E27FC236}">
                <a16:creationId xmlns:a16="http://schemas.microsoft.com/office/drawing/2014/main" id="{2ADFC332-C2D1-D0C0-DD70-5F6A7E986FA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29363" y="0"/>
            <a:ext cx="5862637" cy="685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it-IT"/>
              <a:t>Clicca o trascina un file per inserire un’immagine</a:t>
            </a:r>
          </a:p>
        </p:txBody>
      </p:sp>
      <p:sp>
        <p:nvSpPr>
          <p:cNvPr id="26" name="Ligne">
            <a:extLst>
              <a:ext uri="{FF2B5EF4-FFF2-40B4-BE49-F238E27FC236}">
                <a16:creationId xmlns:a16="http://schemas.microsoft.com/office/drawing/2014/main" id="{F96625FC-5DCA-F39B-ECAD-0A0C8814B67E}"/>
              </a:ext>
            </a:extLst>
          </p:cNvPr>
          <p:cNvSpPr/>
          <p:nvPr userDrawn="1"/>
        </p:nvSpPr>
        <p:spPr>
          <a:xfrm flipV="1">
            <a:off x="0" y="1613050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EF06AB9-A945-0EC3-BAAB-2803A256DA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3057" b="33057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61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4">
            <a:extLst>
              <a:ext uri="{FF2B5EF4-FFF2-40B4-BE49-F238E27FC236}">
                <a16:creationId xmlns:a16="http://schemas.microsoft.com/office/drawing/2014/main" id="{DB5E3911-C5AA-8992-B0B9-427FADD548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907088" y="0"/>
            <a:ext cx="6284912" cy="6858000"/>
          </a:xfrm>
        </p:spPr>
        <p:txBody>
          <a:bodyPr anchor="ctr"/>
          <a:lstStyle>
            <a:lvl1pPr algn="ctr"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A4F422-9705-8546-889B-A7924D8B12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63131" y="1945485"/>
            <a:ext cx="3528788" cy="39683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100" b="1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457124" indent="0" algn="ctr">
              <a:buNone/>
              <a:defRPr sz="2000"/>
            </a:lvl2pPr>
            <a:lvl3pPr marL="914248" indent="0" algn="ctr">
              <a:buNone/>
              <a:defRPr sz="1800"/>
            </a:lvl3pPr>
            <a:lvl4pPr marL="1371371" indent="0" algn="ctr">
              <a:buNone/>
              <a:defRPr sz="1600"/>
            </a:lvl4pPr>
            <a:lvl5pPr marL="1828495" indent="0" algn="ctr">
              <a:buNone/>
              <a:defRPr sz="1600"/>
            </a:lvl5pPr>
            <a:lvl6pPr marL="2285619" indent="0" algn="ctr">
              <a:buNone/>
              <a:defRPr sz="1600"/>
            </a:lvl6pPr>
            <a:lvl7pPr marL="2742743" indent="0" algn="ctr">
              <a:buNone/>
              <a:defRPr sz="1600"/>
            </a:lvl7pPr>
            <a:lvl8pPr marL="3199866" indent="0" algn="ctr">
              <a:buNone/>
              <a:defRPr sz="1600"/>
            </a:lvl8pPr>
            <a:lvl9pPr marL="3656991" indent="0" algn="ctr">
              <a:buNone/>
              <a:defRPr sz="1600"/>
            </a:lvl9pPr>
          </a:lstStyle>
          <a:p>
            <a:r>
              <a:rPr lang="en-US" err="1"/>
              <a:t>Descrizione</a:t>
            </a:r>
            <a:r>
              <a:rPr lang="en-US"/>
              <a:t> </a:t>
            </a:r>
            <a:r>
              <a:rPr lang="en-US" err="1"/>
              <a:t>generale</a:t>
            </a:r>
            <a:r>
              <a:rPr lang="en-US"/>
              <a:t>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sezione</a:t>
            </a:r>
            <a:r>
              <a:rPr lang="en-US"/>
              <a:t> e </a:t>
            </a:r>
            <a:r>
              <a:rPr lang="en-US" err="1"/>
              <a:t>indice</a:t>
            </a:r>
            <a:r>
              <a:rPr lang="en-US"/>
              <a:t> </a:t>
            </a:r>
            <a:r>
              <a:rPr lang="en-US" err="1"/>
              <a:t>delle</a:t>
            </a:r>
            <a:r>
              <a:rPr lang="en-US"/>
              <a:t> slide.</a:t>
            </a:r>
          </a:p>
          <a:p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22F017B-53C4-6349-BE5E-368C97CA9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0020" y="1348980"/>
            <a:ext cx="563111" cy="570309"/>
          </a:xfrm>
        </p:spPr>
        <p:txBody>
          <a:bodyPr anchor="ctr">
            <a:noAutofit/>
          </a:bodyPr>
          <a:lstStyle>
            <a:lvl1pPr marL="0" indent="0" algn="l">
              <a:buNone/>
              <a:defRPr sz="3000" b="0" i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it-IT"/>
              <a:t>1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7CCDC2D9-F2CC-404E-A187-234B94963F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63642" y="1322786"/>
            <a:ext cx="3524021" cy="622697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750" b="0" i="0" spc="30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it-IT"/>
              <a:t>SEZIONE</a:t>
            </a:r>
          </a:p>
        </p:txBody>
      </p:sp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7424C8E4-F77E-C720-8176-77C0261531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314" y="642122"/>
            <a:ext cx="4086350" cy="251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it-IT"/>
              <a:t>Slide indice dei contenuti</a:t>
            </a:r>
          </a:p>
        </p:txBody>
      </p:sp>
      <p:sp>
        <p:nvSpPr>
          <p:cNvPr id="7" name="Segnaposto numero diapositiva 3">
            <a:extLst>
              <a:ext uri="{FF2B5EF4-FFF2-40B4-BE49-F238E27FC236}">
                <a16:creationId xmlns:a16="http://schemas.microsoft.com/office/drawing/2014/main" id="{38673245-0570-E80C-8746-6578AFA43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piè di pagina 10">
            <a:extLst>
              <a:ext uri="{FF2B5EF4-FFF2-40B4-BE49-F238E27FC236}">
                <a16:creationId xmlns:a16="http://schemas.microsoft.com/office/drawing/2014/main" id="{EF909732-64FA-5F91-5A8A-D0EFE4B02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8D3671C3-4BD5-4572-E7E7-2BF5EF18F2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856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in evide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6448" y="1322785"/>
            <a:ext cx="10798640" cy="4591050"/>
          </a:xfrm>
          <a:prstGeom prst="rect">
            <a:avLst/>
          </a:prstGeom>
        </p:spPr>
        <p:txBody>
          <a:bodyPr bIns="251999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Layout 1 </a:t>
            </a:r>
            <a:r>
              <a:rPr lang="en-US" err="1"/>
              <a:t>colonna</a:t>
            </a:r>
            <a:r>
              <a:rPr lang="en-US"/>
              <a:t> testo in </a:t>
            </a:r>
            <a:r>
              <a:rPr lang="en-US" err="1"/>
              <a:t>evidenza</a:t>
            </a:r>
            <a:endParaRPr lang="en-US"/>
          </a:p>
        </p:txBody>
      </p:sp>
      <p:sp>
        <p:nvSpPr>
          <p:cNvPr id="7" name="Titolo 3">
            <a:extLst>
              <a:ext uri="{FF2B5EF4-FFF2-40B4-BE49-F238E27FC236}">
                <a16:creationId xmlns:a16="http://schemas.microsoft.com/office/drawing/2014/main" id="{93D2D824-1E2A-3D82-64DF-0603A9FD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5" name="Segnaposto numero diapositiva 3">
            <a:extLst>
              <a:ext uri="{FF2B5EF4-FFF2-40B4-BE49-F238E27FC236}">
                <a16:creationId xmlns:a16="http://schemas.microsoft.com/office/drawing/2014/main" id="{CB79F694-C8CA-2C86-47C2-B3FDDEAF9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D79E3C3B-99D4-9C0B-31F3-30A56F4A1C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A13799F5-79DF-9841-BA53-47EB5EE9EB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4913" y="302974"/>
            <a:ext cx="5210175" cy="216000"/>
          </a:xfrm>
        </p:spPr>
        <p:txBody>
          <a:bodyPr lIns="50400" anchor="ctr">
            <a:noAutofit/>
          </a:bodyPr>
          <a:lstStyle>
            <a:lvl1pPr marL="0" indent="0" algn="r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PRESENTATION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78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6448" y="1322785"/>
            <a:ext cx="10796437" cy="4591050"/>
          </a:xfrm>
          <a:prstGeom prst="rect">
            <a:avLst/>
          </a:prstGeom>
        </p:spPr>
        <p:txBody>
          <a:bodyPr vert="horz" lIns="0" tIns="0" rIns="0" bIns="0" numCol="1" spcCol="36000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Layout 1 </a:t>
            </a:r>
            <a:r>
              <a:rPr lang="en-US" err="1"/>
              <a:t>colonna</a:t>
            </a:r>
            <a:endParaRPr lang="en-US"/>
          </a:p>
        </p:txBody>
      </p:sp>
      <p:sp>
        <p:nvSpPr>
          <p:cNvPr id="5" name="Titolo 3">
            <a:extLst>
              <a:ext uri="{FF2B5EF4-FFF2-40B4-BE49-F238E27FC236}">
                <a16:creationId xmlns:a16="http://schemas.microsoft.com/office/drawing/2014/main" id="{570E602F-0538-F48A-9D19-AEC1132F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47913E1C-F944-0A4F-A7F6-7CEC63809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3F8B95F5-7132-D90D-FBDB-D34AE2504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8CC141A2-0D4B-A2FE-B6BA-888E2C2ADE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59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6448" y="1322785"/>
            <a:ext cx="10798640" cy="4591050"/>
          </a:xfrm>
          <a:prstGeom prst="rect">
            <a:avLst/>
          </a:prstGeom>
        </p:spPr>
        <p:txBody>
          <a:bodyPr vert="horz" lIns="0" tIns="0" rIns="0" bIns="0" numCol="2" spcCol="50400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Layout due </a:t>
            </a:r>
            <a:r>
              <a:rPr lang="en-US" err="1"/>
              <a:t>colonne</a:t>
            </a:r>
            <a:endParaRPr lang="en-US"/>
          </a:p>
        </p:txBody>
      </p:sp>
      <p:sp>
        <p:nvSpPr>
          <p:cNvPr id="6" name="Titolo 3">
            <a:extLst>
              <a:ext uri="{FF2B5EF4-FFF2-40B4-BE49-F238E27FC236}">
                <a16:creationId xmlns:a16="http://schemas.microsoft.com/office/drawing/2014/main" id="{4513CCD6-5630-257E-3431-8AD95824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5" name="Segnaposto numero diapositiva 3">
            <a:extLst>
              <a:ext uri="{FF2B5EF4-FFF2-40B4-BE49-F238E27FC236}">
                <a16:creationId xmlns:a16="http://schemas.microsoft.com/office/drawing/2014/main" id="{EBE8B575-8405-15F3-8981-91FAC13C8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4337EBDC-0356-3258-76A2-C0506D7F1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FC2ED96D-2154-FBE5-CCD7-D50421AFD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387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 col">
    <p:bg>
      <p:bgPr>
        <a:solidFill>
          <a:srgbClr val="EE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6448" y="1322785"/>
            <a:ext cx="10796437" cy="4591050"/>
          </a:xfrm>
          <a:prstGeom prst="rect">
            <a:avLst/>
          </a:prstGeom>
        </p:spPr>
        <p:txBody>
          <a:bodyPr vert="horz" lIns="0" tIns="0" rIns="0" bIns="0" numCol="3" spcCol="50400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Layout </a:t>
            </a:r>
            <a:r>
              <a:rPr lang="en-US" err="1"/>
              <a:t>tre</a:t>
            </a:r>
            <a:r>
              <a:rPr lang="en-US"/>
              <a:t> </a:t>
            </a:r>
            <a:r>
              <a:rPr lang="en-US" err="1"/>
              <a:t>colonne</a:t>
            </a:r>
            <a:endParaRPr lang="en-US"/>
          </a:p>
        </p:txBody>
      </p:sp>
      <p:sp>
        <p:nvSpPr>
          <p:cNvPr id="5" name="Titolo 3">
            <a:extLst>
              <a:ext uri="{FF2B5EF4-FFF2-40B4-BE49-F238E27FC236}">
                <a16:creationId xmlns:a16="http://schemas.microsoft.com/office/drawing/2014/main" id="{9AE5BCBB-4064-3DA6-DE23-21A7A278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7F283080-3621-7CF8-D6D7-37F33732A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516CD2A4-A909-6973-39AD-6C6DFBFF6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717A9ADF-E61C-5B9F-400A-E7FEF82B5C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952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i affiancat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772" y="1322785"/>
            <a:ext cx="5047699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sz="1200" dirty="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A3EFB53D-86A4-6E43-9495-1274C0CDE12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4528" y="1322785"/>
            <a:ext cx="5047700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sz="12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itolo 3">
            <a:extLst>
              <a:ext uri="{FF2B5EF4-FFF2-40B4-BE49-F238E27FC236}">
                <a16:creationId xmlns:a16="http://schemas.microsoft.com/office/drawing/2014/main" id="{F1BDBF15-A900-07EC-A631-81E269926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D9B9F814-21E7-7DFB-8B14-4F4561AA8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37C058A6-04C2-7A4B-299E-89BD6C767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EBB52B9C-7207-7BB2-56EC-5D1E9B0893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894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i affiancat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773" y="1322785"/>
            <a:ext cx="6724673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dirty="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A3EFB53D-86A4-6E43-9495-1274C0CDE12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1014" y="1322785"/>
            <a:ext cx="3361213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" name="Titolo 3">
            <a:extLst>
              <a:ext uri="{FF2B5EF4-FFF2-40B4-BE49-F238E27FC236}">
                <a16:creationId xmlns:a16="http://schemas.microsoft.com/office/drawing/2014/main" id="{93A426E8-7023-8E24-10EC-32D5AC66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29D0198C-8FB7-CF7F-2554-F4E4DB203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C3457648-D317-B455-F90D-8090C8288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14A7D702-4DC6-F4CB-F513-6A6CA7FF67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500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i affiancat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2B9D01E5-38C6-0021-1081-8E96F9442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7554" y="1322785"/>
            <a:ext cx="6724673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dirty="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2F5A3EFA-B293-D5D0-864E-65430E8AB54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9773" y="1322785"/>
            <a:ext cx="3361213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Titolo 3">
            <a:extLst>
              <a:ext uri="{FF2B5EF4-FFF2-40B4-BE49-F238E27FC236}">
                <a16:creationId xmlns:a16="http://schemas.microsoft.com/office/drawing/2014/main" id="{61A6B227-D975-2321-C929-5B9794A6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numero diapositiva 3">
            <a:extLst>
              <a:ext uri="{FF2B5EF4-FFF2-40B4-BE49-F238E27FC236}">
                <a16:creationId xmlns:a16="http://schemas.microsoft.com/office/drawing/2014/main" id="{0750C980-3663-7042-9BAC-483BB494F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piè di pagina 10">
            <a:extLst>
              <a:ext uri="{FF2B5EF4-FFF2-40B4-BE49-F238E27FC236}">
                <a16:creationId xmlns:a16="http://schemas.microsoft.com/office/drawing/2014/main" id="{8340D753-3E9B-2692-9126-FAEE12C1F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3" name="Segnaposto testo 7">
            <a:extLst>
              <a:ext uri="{FF2B5EF4-FFF2-40B4-BE49-F238E27FC236}">
                <a16:creationId xmlns:a16="http://schemas.microsoft.com/office/drawing/2014/main" id="{CDA7EECB-B67F-7C54-6F8D-83A897809D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605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i affiancati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773" y="1322785"/>
            <a:ext cx="3175707" cy="45910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defRPr lang="en-US" dirty="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A3EFB53D-86A4-6E43-9495-1274C0CDE12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90033" y="1322785"/>
            <a:ext cx="3175707" cy="45910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8E40871-E1D4-2E4D-BEFF-EA3EB2A9659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70293" y="1322785"/>
            <a:ext cx="3211934" cy="45910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" name="Titolo 3">
            <a:extLst>
              <a:ext uri="{FF2B5EF4-FFF2-40B4-BE49-F238E27FC236}">
                <a16:creationId xmlns:a16="http://schemas.microsoft.com/office/drawing/2014/main" id="{89E5294C-B771-BD26-7285-4406CFDB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31083" cy="251999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46C9B29E-6CE6-84B2-850B-2A75AA9B5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4C6A3A03-D1F1-1CBD-1ADA-C2755B522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7A5AA28E-A7D4-7854-AFF4-6F4AA23F70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44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478" y="1822101"/>
            <a:ext cx="7319209" cy="30664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dirty="0"/>
            </a:lvl1pPr>
          </a:lstStyle>
          <a:p>
            <a:pPr lvl="0"/>
            <a:r>
              <a:rPr lang="it-IT" err="1"/>
              <a:t>Bio</a:t>
            </a:r>
            <a:endParaRPr lang="it-IT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575" y="1176988"/>
            <a:ext cx="2100914" cy="2106215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>
              <a:defRPr lang="it-IT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D4CABB8-597A-464D-B34B-9A9C321E9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313" y="3425217"/>
            <a:ext cx="3013437" cy="566868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00000"/>
              </a:lnSpc>
              <a:spcBef>
                <a:spcPts val="400"/>
              </a:spcBef>
              <a:defRPr b="0" i="0">
                <a:latin typeface="Poppins Light" pitchFamily="2" charset="77"/>
                <a:cs typeface="Poppins Light" pitchFamily="2" charset="77"/>
              </a:defRPr>
            </a:lvl1pPr>
          </a:lstStyle>
          <a:p>
            <a:r>
              <a:rPr lang="it-IT"/>
              <a:t>Nome Cognome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7433D6C-1911-7848-9DCF-69F9646B75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8227" y="4094343"/>
            <a:ext cx="2100262" cy="79422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400"/>
              </a:spcBef>
              <a:defRPr sz="750" b="0" i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it-IT" err="1"/>
              <a:t>Jobtitle</a:t>
            </a:r>
            <a:r>
              <a:rPr lang="it-IT"/>
              <a:t>, Azienda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58F1F8D0-05F6-0A67-CCD3-273E1290D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8818D4F0-4327-0027-C72C-49E7D2006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3FA97F94-98FA-217A-5D14-0C3827AB0C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388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DX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3" y="1322785"/>
            <a:ext cx="6505575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 dirty="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8276" y="0"/>
            <a:ext cx="4403725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it-IT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2" name="Titolo 3">
            <a:extLst>
              <a:ext uri="{FF2B5EF4-FFF2-40B4-BE49-F238E27FC236}">
                <a16:creationId xmlns:a16="http://schemas.microsoft.com/office/drawing/2014/main" id="{80FE45D6-E1D9-424C-AEEC-6676C54A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6560267" cy="251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89FEE4B3-C7CA-C81F-908A-0113EDCEE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bg1">
                    <a:lumMod val="9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7B85FA5C-F5CB-BCC2-1822-652D8BEFB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bg1">
                    <a:lumMod val="9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97429E5B-B944-6CA6-3279-53CAEE1CE1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6333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DX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CF349-5D48-044C-BC63-9B205F97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312" y="1322785"/>
            <a:ext cx="5205775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4913" y="0"/>
            <a:ext cx="5907088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>
              <a:defRPr lang="it-IT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2" name="Titolo 3">
            <a:extLst>
              <a:ext uri="{FF2B5EF4-FFF2-40B4-BE49-F238E27FC236}">
                <a16:creationId xmlns:a16="http://schemas.microsoft.com/office/drawing/2014/main" id="{9AEAABF9-3386-3C13-BB16-D6D6D7FD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4" y="642122"/>
            <a:ext cx="4962334" cy="251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6C71FBCB-F3AE-BB4E-C539-9AF51DBC7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1F6CEF6E-278C-2CA0-4252-4F0E104F8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E7BE028D-AD73-DE25-BAC6-94B145BF3A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2995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DX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1188" y="0"/>
            <a:ext cx="7770812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1037477-8AD4-784C-90E5-877393A0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450" y="1322785"/>
            <a:ext cx="3347710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itolo 3">
            <a:extLst>
              <a:ext uri="{FF2B5EF4-FFF2-40B4-BE49-F238E27FC236}">
                <a16:creationId xmlns:a16="http://schemas.microsoft.com/office/drawing/2014/main" id="{C40C2E1C-7495-2FC3-783D-34591CD6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3342847" cy="251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5" name="Segnaposto numero diapositiva 3">
            <a:extLst>
              <a:ext uri="{FF2B5EF4-FFF2-40B4-BE49-F238E27FC236}">
                <a16:creationId xmlns:a16="http://schemas.microsoft.com/office/drawing/2014/main" id="{0145961A-EEE8-2075-32D7-2D313D67F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Segnaposto piè di pagina 10">
            <a:extLst>
              <a:ext uri="{FF2B5EF4-FFF2-40B4-BE49-F238E27FC236}">
                <a16:creationId xmlns:a16="http://schemas.microsoft.com/office/drawing/2014/main" id="{43C9E6AC-B990-0E52-1C62-1B11361FE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C7D9F3F8-BC28-B46B-1556-46FF5398B2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31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</p:spTree>
    <p:extLst>
      <p:ext uri="{BB962C8B-B14F-4D97-AF65-F5344CB8AC3E}">
        <p14:creationId xmlns:p14="http://schemas.microsoft.com/office/powerpoint/2010/main" val="2228912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DX dop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1" y="0"/>
            <a:ext cx="6096000" cy="3429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it-IT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9" name="Segnaposto immagine 11">
            <a:extLst>
              <a:ext uri="{FF2B5EF4-FFF2-40B4-BE49-F238E27FC236}">
                <a16:creationId xmlns:a16="http://schemas.microsoft.com/office/drawing/2014/main" id="{305E06CF-4E1C-BA40-818D-A45D081C918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2" y="3429001"/>
            <a:ext cx="6095999" cy="34414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it-IT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61C6C640-A89F-B84A-B6FC-26E87EAA1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450" y="1322785"/>
            <a:ext cx="4962336" cy="459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" name="Titolo 3">
            <a:extLst>
              <a:ext uri="{FF2B5EF4-FFF2-40B4-BE49-F238E27FC236}">
                <a16:creationId xmlns:a16="http://schemas.microsoft.com/office/drawing/2014/main" id="{0DC3880F-67B8-77CD-3916-825B6574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4962335" cy="251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7" name="Segnaposto numero diapositiva 3">
            <a:extLst>
              <a:ext uri="{FF2B5EF4-FFF2-40B4-BE49-F238E27FC236}">
                <a16:creationId xmlns:a16="http://schemas.microsoft.com/office/drawing/2014/main" id="{AC871680-E891-5798-99A8-F02C432BA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piè di pagina 10">
            <a:extLst>
              <a:ext uri="{FF2B5EF4-FFF2-40B4-BE49-F238E27FC236}">
                <a16:creationId xmlns:a16="http://schemas.microsoft.com/office/drawing/2014/main" id="{F2481CA7-FBEB-2EE8-8647-389A437DA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3" name="Segnaposto testo 7">
            <a:extLst>
              <a:ext uri="{FF2B5EF4-FFF2-40B4-BE49-F238E27FC236}">
                <a16:creationId xmlns:a16="http://schemas.microsoft.com/office/drawing/2014/main" id="{1D7B7912-85DC-770C-C13D-C91C270A3E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684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DX evide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4">
            <a:extLst>
              <a:ext uri="{FF2B5EF4-FFF2-40B4-BE49-F238E27FC236}">
                <a16:creationId xmlns:a16="http://schemas.microsoft.com/office/drawing/2014/main" id="{843BFCAC-0EAD-7747-80C1-F320D285F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88308" y="0"/>
            <a:ext cx="4403692" cy="6858000"/>
          </a:xfrm>
          <a:prstGeom prst="rect">
            <a:avLst/>
          </a:prstGeom>
          <a:solidFill>
            <a:srgbClr val="CACACD"/>
          </a:solidFill>
        </p:spPr>
        <p:txBody>
          <a:bodyPr/>
          <a:lstStyle>
            <a:lvl1pPr>
              <a:defRPr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Fare clic sull'icona per inserire un'immagine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4914" y="1107283"/>
            <a:ext cx="5451912" cy="50351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228600" dist="165100" dir="5400000" algn="t" rotWithShape="0">
              <a:prstClr val="black">
                <a:alpha val="9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it-IT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3EF9C9DD-6BEB-E94F-A3B3-B4886989E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449" y="1322785"/>
            <a:ext cx="5210639" cy="45910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en-US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itolo 3">
            <a:extLst>
              <a:ext uri="{FF2B5EF4-FFF2-40B4-BE49-F238E27FC236}">
                <a16:creationId xmlns:a16="http://schemas.microsoft.com/office/drawing/2014/main" id="{7DCA03CB-2D84-B3DE-C159-138EE7CA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5163221" cy="251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67681982-79EC-6502-3340-68E02EAC0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piè di pagina 10">
            <a:extLst>
              <a:ext uri="{FF2B5EF4-FFF2-40B4-BE49-F238E27FC236}">
                <a16:creationId xmlns:a16="http://schemas.microsoft.com/office/drawing/2014/main" id="{C86F558A-7325-B2B1-5989-4E6E70BDF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rgbClr val="EEF0F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2" name="Segnaposto testo 7">
            <a:extLst>
              <a:ext uri="{FF2B5EF4-FFF2-40B4-BE49-F238E27FC236}">
                <a16:creationId xmlns:a16="http://schemas.microsoft.com/office/drawing/2014/main" id="{B5B047A0-B640-D222-5075-A32586EBEC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7994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596" cy="342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3" name="Segnaposto immagine 11">
            <a:extLst>
              <a:ext uri="{FF2B5EF4-FFF2-40B4-BE49-F238E27FC236}">
                <a16:creationId xmlns:a16="http://schemas.microsoft.com/office/drawing/2014/main" id="{80CEC711-5C3A-DB44-8E10-A32F259CD30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7192" cy="3429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4" name="Segnaposto immagine 11">
            <a:extLst>
              <a:ext uri="{FF2B5EF4-FFF2-40B4-BE49-F238E27FC236}">
                <a16:creationId xmlns:a16="http://schemas.microsoft.com/office/drawing/2014/main" id="{131AF99C-E518-3748-B47A-4E0944BD026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3429000"/>
            <a:ext cx="6096595" cy="3429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5" name="Segnaposto immagine 11">
            <a:extLst>
              <a:ext uri="{FF2B5EF4-FFF2-40B4-BE49-F238E27FC236}">
                <a16:creationId xmlns:a16="http://schemas.microsoft.com/office/drawing/2014/main" id="{9ADF63E3-FB5C-0643-908E-34AF2CF1CB5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1" y="3429000"/>
            <a:ext cx="6096000" cy="3429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</p:spTree>
    <p:extLst>
      <p:ext uri="{BB962C8B-B14F-4D97-AF65-F5344CB8AC3E}">
        <p14:creationId xmlns:p14="http://schemas.microsoft.com/office/powerpoint/2010/main" val="3247756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D7454097-9B7E-554D-B677-3FD9BE4B25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66787" cy="342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3" name="Segnaposto immagine 11">
            <a:extLst>
              <a:ext uri="{FF2B5EF4-FFF2-40B4-BE49-F238E27FC236}">
                <a16:creationId xmlns:a16="http://schemas.microsoft.com/office/drawing/2014/main" id="{80CEC711-5C3A-DB44-8E10-A32F259CD30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6786" y="0"/>
            <a:ext cx="7825214" cy="3429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4" name="Segnaposto immagine 11">
            <a:extLst>
              <a:ext uri="{FF2B5EF4-FFF2-40B4-BE49-F238E27FC236}">
                <a16:creationId xmlns:a16="http://schemas.microsoft.com/office/drawing/2014/main" id="{131AF99C-E518-3748-B47A-4E0944BD026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429000"/>
            <a:ext cx="7788308" cy="3429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  <p:sp>
        <p:nvSpPr>
          <p:cNvPr id="5" name="Segnaposto immagine 11">
            <a:extLst>
              <a:ext uri="{FF2B5EF4-FFF2-40B4-BE49-F238E27FC236}">
                <a16:creationId xmlns:a16="http://schemas.microsoft.com/office/drawing/2014/main" id="{9ADF63E3-FB5C-0643-908E-34AF2CF1CB5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88309" y="3429000"/>
            <a:ext cx="4403693" cy="3429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>
            <a:lvl1pPr algn="ctr">
              <a:defRPr/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it-IT"/>
              <a:t>Trascina una immagine o clicca sull’icona</a:t>
            </a:r>
          </a:p>
        </p:txBody>
      </p:sp>
    </p:spTree>
    <p:extLst>
      <p:ext uri="{BB962C8B-B14F-4D97-AF65-F5344CB8AC3E}">
        <p14:creationId xmlns:p14="http://schemas.microsoft.com/office/powerpoint/2010/main" val="1284413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3">
            <a:extLst>
              <a:ext uri="{FF2B5EF4-FFF2-40B4-BE49-F238E27FC236}">
                <a16:creationId xmlns:a16="http://schemas.microsoft.com/office/drawing/2014/main" id="{0E51F587-D6EE-DE18-20A0-C632C65AA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40321" cy="251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5" name="Segnaposto numero diapositiva 3">
            <a:extLst>
              <a:ext uri="{FF2B5EF4-FFF2-40B4-BE49-F238E27FC236}">
                <a16:creationId xmlns:a16="http://schemas.microsoft.com/office/drawing/2014/main" id="{47439E55-429D-8D7E-B259-CBB326E9A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Segnaposto piè di pagina 10">
            <a:extLst>
              <a:ext uri="{FF2B5EF4-FFF2-40B4-BE49-F238E27FC236}">
                <a16:creationId xmlns:a16="http://schemas.microsoft.com/office/drawing/2014/main" id="{E3BC5CBC-48B5-24E6-999E-894C198A2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3" name="Segnaposto testo 7">
            <a:extLst>
              <a:ext uri="{FF2B5EF4-FFF2-40B4-BE49-F238E27FC236}">
                <a16:creationId xmlns:a16="http://schemas.microsoft.com/office/drawing/2014/main" id="{98D9B5BD-8A85-2D99-C398-2AB57CB5E1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6659" y="301524"/>
            <a:ext cx="4372610" cy="216000"/>
          </a:xfrm>
        </p:spPr>
        <p:txBody>
          <a:bodyPr lIns="50400" anchor="ctr">
            <a:noAutofit/>
          </a:bodyPr>
          <a:lstStyle>
            <a:lvl1pPr marL="0" indent="0" algn="l">
              <a:buNone/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 marL="609600" indent="0">
              <a:buNone/>
              <a:defRPr sz="1000" b="0" i="0">
                <a:latin typeface="CocoEng" pitchFamily="2" charset="0"/>
              </a:defRPr>
            </a:lvl2pPr>
            <a:lvl3pPr marL="1219200" indent="0">
              <a:buNone/>
              <a:defRPr sz="1000" b="0" i="0">
                <a:latin typeface="CocoEng" pitchFamily="2" charset="0"/>
              </a:defRPr>
            </a:lvl3pPr>
            <a:lvl4pPr marL="1828800" indent="0">
              <a:buNone/>
              <a:defRPr sz="1000" b="0" i="0">
                <a:latin typeface="CocoEng" pitchFamily="2" charset="0"/>
              </a:defRPr>
            </a:lvl4pPr>
            <a:lvl5pPr marL="2438400" indent="0">
              <a:buNone/>
              <a:defRPr sz="1000" b="0" i="0">
                <a:latin typeface="CocoEng" pitchFamily="2" charset="0"/>
              </a:defRPr>
            </a:lvl5pPr>
          </a:lstStyle>
          <a:p>
            <a:pPr lvl="0"/>
            <a:r>
              <a:rPr lang="it-IT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23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D38113D-0579-C14B-A0EB-5C20596E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55887" cy="251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it-IT"/>
              <a:t>Elementi del layout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61E9F3D-C10F-7649-9E16-D18BE13A4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13" y="1322785"/>
            <a:ext cx="10647571" cy="4576974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marL="285750" lvl="0" indent="-285750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-"/>
            </a:pPr>
            <a:r>
              <a:rPr lang="it-IT"/>
              <a:t>Secondo livello</a:t>
            </a:r>
          </a:p>
          <a:p>
            <a:pPr marL="648000" lvl="1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·"/>
            </a:pPr>
            <a:r>
              <a:rPr lang="it-IT"/>
              <a:t>Terzo livello</a:t>
            </a:r>
          </a:p>
          <a:p>
            <a:pPr marL="1044000" lvl="2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it-IT"/>
              <a:t>Quarto livello</a:t>
            </a:r>
          </a:p>
          <a:p>
            <a:pPr marL="1440000" lvl="3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Font di sistema regolare"/>
              <a:buChar char="○"/>
            </a:pPr>
            <a:r>
              <a:rPr lang="it-IT"/>
              <a:t>Quinto livello</a:t>
            </a:r>
          </a:p>
          <a:p>
            <a:pPr marL="1872000" lvl="4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.Lucida Grande UI Regular"/>
              <a:buChar char="▫"/>
            </a:pPr>
            <a:r>
              <a:rPr lang="it-IT"/>
              <a:t>Sesto livello</a:t>
            </a:r>
          </a:p>
        </p:txBody>
      </p:sp>
    </p:spTree>
    <p:extLst>
      <p:ext uri="{BB962C8B-B14F-4D97-AF65-F5344CB8AC3E}">
        <p14:creationId xmlns:p14="http://schemas.microsoft.com/office/powerpoint/2010/main" val="80508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57" r:id="rId2"/>
    <p:sldLayoutId id="2147483758" r:id="rId3"/>
    <p:sldLayoutId id="2147483786" r:id="rId4"/>
    <p:sldLayoutId id="2147483781" r:id="rId5"/>
    <p:sldLayoutId id="2147483782" r:id="rId6"/>
    <p:sldLayoutId id="2147483789" r:id="rId7"/>
  </p:sldLayoutIdLst>
  <p:hf hdr="0" dt="0"/>
  <p:txStyles>
    <p:titleStyle>
      <a:lvl1pPr algn="l" defTabSz="914248" rtl="0" eaLnBrk="1" latinLnBrk="0" hangingPunct="1">
        <a:lnSpc>
          <a:spcPct val="100000"/>
        </a:lnSpc>
        <a:spcBef>
          <a:spcPct val="0"/>
        </a:spcBef>
        <a:buNone/>
        <a:defRPr sz="2000" b="0" i="0" kern="1200" spc="-50" baseline="0">
          <a:solidFill>
            <a:schemeClr val="tx1"/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Symbol" panose="05050102010706020507" pitchFamily="18" charset="2"/>
        <a:buNone/>
        <a:defRPr lang="it-IT" sz="1400" b="0" i="0" kern="1200" spc="-20" baseline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1pPr>
      <a:lvl2pPr marL="285750" indent="-285750" algn="l" defTabSz="121917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Symbol" panose="05050102010706020507" pitchFamily="18" charset="2"/>
        <a:buChar char="·"/>
        <a:defRPr lang="it-IT" sz="1400" b="0" i="0" kern="1200" spc="-20" baseline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2pPr>
      <a:lvl3pPr marL="648000" indent="-304792" algn="l" defTabSz="121917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lang="it-IT" sz="1400" b="0" i="0" kern="1200" spc="-20" baseline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3pPr>
      <a:lvl4pPr marL="1044000" indent="-304792" algn="l" defTabSz="121917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Font di sistema regolare"/>
        <a:buChar char="○"/>
        <a:defRPr lang="it-IT" sz="1400" b="0" i="0" kern="1200" spc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1440000" indent="-304792" algn="l" defTabSz="121917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.Lucida Grande UI Regular"/>
        <a:buChar char="▫"/>
        <a:defRPr lang="it-IT" sz="1400" b="0" i="0" kern="1200" spc="0" dirty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1872000" indent="-304792" algn="l" defTabSz="121917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it-IT" sz="1400" b="0" i="0" kern="1200" spc="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6pPr>
      <a:lvl7pPr marL="2971306" indent="-228562" algn="l" defTabSz="9142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28" indent="-228562" algn="l" defTabSz="9142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1" indent="-228562" algn="l" defTabSz="9142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1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5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19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3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66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1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9" userDrawn="1">
          <p15:clr>
            <a:srgbClr val="F26B43"/>
          </p15:clr>
        </p15:guide>
        <p15:guide id="4" pos="7241" userDrawn="1">
          <p15:clr>
            <a:srgbClr val="F26B43"/>
          </p15:clr>
        </p15:guide>
        <p15:guide id="5" orient="horz" pos="833" userDrawn="1">
          <p15:clr>
            <a:srgbClr val="F26B43"/>
          </p15:clr>
        </p15:guide>
        <p15:guide id="6" orient="horz" pos="3946" userDrawn="1">
          <p15:clr>
            <a:srgbClr val="F26B43"/>
          </p15:clr>
        </p15:guide>
        <p15:guide id="7" pos="166" userDrawn="1">
          <p15:clr>
            <a:srgbClr val="F26B43"/>
          </p15:clr>
        </p15:guide>
        <p15:guide id="8" pos="7514" userDrawn="1">
          <p15:clr>
            <a:srgbClr val="F26B43"/>
          </p15:clr>
        </p15:guide>
        <p15:guide id="14" orient="horz" pos="425" userDrawn="1">
          <p15:clr>
            <a:srgbClr val="F26B43"/>
          </p15:clr>
        </p15:guide>
        <p15:guide id="15" orient="horz" pos="4156" userDrawn="1">
          <p15:clr>
            <a:srgbClr val="F26B43"/>
          </p15:clr>
        </p15:guide>
        <p15:guide id="16" orient="horz" pos="3725" userDrawn="1">
          <p15:clr>
            <a:srgbClr val="F26B43"/>
          </p15:clr>
        </p15:guide>
        <p15:guide id="17" orient="horz" pos="289" userDrawn="1">
          <p15:clr>
            <a:srgbClr val="F26B43"/>
          </p15:clr>
        </p15:guide>
        <p15:guide id="18" orient="horz" pos="595" userDrawn="1">
          <p15:clr>
            <a:srgbClr val="F26B43"/>
          </p15:clr>
        </p15:guide>
        <p15:guide id="22" pos="3959" userDrawn="1">
          <p15:clr>
            <a:srgbClr val="F26B43"/>
          </p15:clr>
        </p15:guide>
        <p15:guide id="23" pos="3721" userDrawn="1">
          <p15:clr>
            <a:srgbClr val="F26B43"/>
          </p15:clr>
        </p15:guide>
        <p15:guide id="24" orient="horz" pos="204" userDrawn="1">
          <p15:clr>
            <a:srgbClr val="F26B43"/>
          </p15:clr>
        </p15:guide>
        <p15:guide id="25" pos="4299" userDrawn="1">
          <p15:clr>
            <a:srgbClr val="F26B43"/>
          </p15:clr>
        </p15:guide>
        <p15:guide id="26" pos="4537" userDrawn="1">
          <p15:clr>
            <a:srgbClr val="F26B43"/>
          </p15:clr>
        </p15:guide>
        <p15:guide id="27" pos="4895" userDrawn="1">
          <p15:clr>
            <a:srgbClr val="F26B43"/>
          </p15:clr>
        </p15:guide>
        <p15:guide id="28" pos="5115" userDrawn="1">
          <p15:clr>
            <a:srgbClr val="F26B43"/>
          </p15:clr>
        </p15:guide>
        <p15:guide id="29" pos="5473" userDrawn="1">
          <p15:clr>
            <a:srgbClr val="F26B43"/>
          </p15:clr>
        </p15:guide>
        <p15:guide id="30" pos="5711" userDrawn="1">
          <p15:clr>
            <a:srgbClr val="F26B43"/>
          </p15:clr>
        </p15:guide>
        <p15:guide id="31" pos="6051" userDrawn="1">
          <p15:clr>
            <a:srgbClr val="F26B43"/>
          </p15:clr>
        </p15:guide>
        <p15:guide id="32" pos="6289" userDrawn="1">
          <p15:clr>
            <a:srgbClr val="F26B43"/>
          </p15:clr>
        </p15:guide>
        <p15:guide id="33" pos="6647" userDrawn="1">
          <p15:clr>
            <a:srgbClr val="F26B43"/>
          </p15:clr>
        </p15:guide>
        <p15:guide id="34" pos="6867" userDrawn="1">
          <p15:clr>
            <a:srgbClr val="F26B43"/>
          </p15:clr>
        </p15:guide>
        <p15:guide id="35" pos="3363" userDrawn="1">
          <p15:clr>
            <a:srgbClr val="F26B43"/>
          </p15:clr>
        </p15:guide>
        <p15:guide id="36" pos="3143" userDrawn="1">
          <p15:clr>
            <a:srgbClr val="F26B43"/>
          </p15:clr>
        </p15:guide>
        <p15:guide id="37" pos="2785" userDrawn="1">
          <p15:clr>
            <a:srgbClr val="F26B43"/>
          </p15:clr>
        </p15:guide>
        <p15:guide id="38" pos="2548" userDrawn="1">
          <p15:clr>
            <a:srgbClr val="F26B43"/>
          </p15:clr>
        </p15:guide>
        <p15:guide id="39" pos="2207" userDrawn="1">
          <p15:clr>
            <a:srgbClr val="F26B43"/>
          </p15:clr>
        </p15:guide>
        <p15:guide id="40" pos="1969" userDrawn="1">
          <p15:clr>
            <a:srgbClr val="F26B43"/>
          </p15:clr>
        </p15:guide>
        <p15:guide id="41" pos="1612" userDrawn="1">
          <p15:clr>
            <a:srgbClr val="F26B43"/>
          </p15:clr>
        </p15:guide>
        <p15:guide id="42" pos="1391" userDrawn="1">
          <p15:clr>
            <a:srgbClr val="F26B43"/>
          </p15:clr>
        </p15:guide>
        <p15:guide id="43" pos="1033" userDrawn="1">
          <p15:clr>
            <a:srgbClr val="F26B43"/>
          </p15:clr>
        </p15:guide>
        <p15:guide id="44" pos="7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61E9F3D-C10F-7649-9E16-D18BE13A4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13" y="1322785"/>
            <a:ext cx="10641357" cy="4576974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marL="285750" lvl="0" indent="-285750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-"/>
            </a:pPr>
            <a:r>
              <a:rPr lang="it-IT"/>
              <a:t>Secondo livello</a:t>
            </a:r>
          </a:p>
          <a:p>
            <a:pPr marL="648000" lvl="1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·"/>
            </a:pPr>
            <a:r>
              <a:rPr lang="it-IT"/>
              <a:t>Terzo livello</a:t>
            </a:r>
          </a:p>
          <a:p>
            <a:pPr marL="1044000" lvl="2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it-IT"/>
              <a:t>Quarto livello</a:t>
            </a:r>
          </a:p>
          <a:p>
            <a:pPr marL="1440000" lvl="3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Font di sistema regolare"/>
              <a:buChar char="○"/>
            </a:pPr>
            <a:r>
              <a:rPr lang="it-IT"/>
              <a:t>Quinto livello</a:t>
            </a:r>
          </a:p>
          <a:p>
            <a:pPr marL="1872000" lvl="4" indent="-304792" algn="l" defTabSz="121917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.Lucida Grande UI Regular"/>
              <a:buChar char="▫"/>
            </a:pPr>
            <a:r>
              <a:rPr lang="it-IT"/>
              <a:t>Sesto livello</a:t>
            </a:r>
          </a:p>
        </p:txBody>
      </p:sp>
      <p:sp>
        <p:nvSpPr>
          <p:cNvPr id="4" name="Ligne">
            <a:extLst>
              <a:ext uri="{FF2B5EF4-FFF2-40B4-BE49-F238E27FC236}">
                <a16:creationId xmlns:a16="http://schemas.microsoft.com/office/drawing/2014/main" id="{085FFEB1-9E13-CA4D-1582-3EF4FD988745}"/>
              </a:ext>
            </a:extLst>
          </p:cNvPr>
          <p:cNvSpPr/>
          <p:nvPr userDrawn="1"/>
        </p:nvSpPr>
        <p:spPr>
          <a:xfrm flipV="1">
            <a:off x="0" y="386922"/>
            <a:ext cx="547141" cy="0"/>
          </a:xfrm>
          <a:prstGeom prst="line">
            <a:avLst/>
          </a:prstGeom>
          <a:ln w="12700">
            <a:solidFill>
              <a:srgbClr val="8C1D74"/>
            </a:solidFill>
            <a:miter lim="400000"/>
          </a:ln>
        </p:spPr>
        <p:txBody>
          <a:bodyPr lIns="45718" tIns="45718" rIns="45718" bIns="45718"/>
          <a:lstStyle/>
          <a:p>
            <a:pPr defTabSz="2438337">
              <a:defRPr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24FF71DD-F746-E3E4-F92A-8346FAE0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13" y="642122"/>
            <a:ext cx="10641357" cy="251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it-IT"/>
              <a:t>Elementi del layout</a:t>
            </a:r>
          </a:p>
        </p:txBody>
      </p:sp>
      <p:pic>
        <p:nvPicPr>
          <p:cNvPr id="8" name="Immagine 13">
            <a:extLst>
              <a:ext uri="{FF2B5EF4-FFF2-40B4-BE49-F238E27FC236}">
                <a16:creationId xmlns:a16="http://schemas.microsoft.com/office/drawing/2014/main" id="{4F753F4E-0E9F-860A-92DB-2FD0F49047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263525" y="6284402"/>
            <a:ext cx="1458913" cy="429032"/>
          </a:xfrm>
          <a:prstGeom prst="rect">
            <a:avLst/>
          </a:prstGeom>
        </p:spPr>
      </p:pic>
      <p:sp>
        <p:nvSpPr>
          <p:cNvPr id="10" name="Segnaposto numero diapositiva 3">
            <a:extLst>
              <a:ext uri="{FF2B5EF4-FFF2-40B4-BE49-F238E27FC236}">
                <a16:creationId xmlns:a16="http://schemas.microsoft.com/office/drawing/2014/main" id="{5BDB0441-CEEC-00A0-B133-E07605FC4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8825" y="297992"/>
            <a:ext cx="362745" cy="244800"/>
          </a:xfrm>
          <a:prstGeom prst="rect">
            <a:avLst/>
          </a:prstGeom>
        </p:spPr>
        <p:txBody>
          <a:bodyPr vert="horz" lIns="50400" tIns="0" rIns="0" bIns="0" rtlCol="0" anchor="ctr" anchorCtr="0"/>
          <a:lstStyle>
            <a:lvl1pPr algn="l">
              <a:defRPr sz="900" b="0" i="0" spc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98BF7C3C-24CC-6140-8A22-738C44F1CFE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1B337E40-407E-BBE3-BB5C-2120CFB9A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9237" y="288053"/>
            <a:ext cx="5163648" cy="244800"/>
          </a:xfrm>
          <a:prstGeom prst="rect">
            <a:avLst/>
          </a:prstGeom>
        </p:spPr>
        <p:txBody>
          <a:bodyPr vert="horz" lIns="0" tIns="0" rIns="90000" bIns="0" rtlCol="0" anchor="ctr" anchorCtr="0"/>
          <a:lstStyle>
            <a:lvl1pPr algn="r">
              <a:defRPr sz="900" b="0" i="0" spc="0" baseline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AEDC398-FDEA-E15B-4B60-FE08D7102F69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rcRect t="31900" b="34214"/>
          <a:stretch/>
        </p:blipFill>
        <p:spPr>
          <a:xfrm>
            <a:off x="1947708" y="6252648"/>
            <a:ext cx="1359835" cy="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2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650" r:id="rId2"/>
    <p:sldLayoutId id="2147483746" r:id="rId3"/>
    <p:sldLayoutId id="2147483684" r:id="rId4"/>
    <p:sldLayoutId id="2147483749" r:id="rId5"/>
    <p:sldLayoutId id="2147483701" r:id="rId6"/>
    <p:sldLayoutId id="2147483747" r:id="rId7"/>
    <p:sldLayoutId id="2147483748" r:id="rId8"/>
    <p:sldLayoutId id="2147483750" r:id="rId9"/>
    <p:sldLayoutId id="2147483754" r:id="rId10"/>
    <p:sldLayoutId id="2147483785" r:id="rId11"/>
    <p:sldLayoutId id="2147483668" r:id="rId12"/>
    <p:sldLayoutId id="2147483669" r:id="rId13"/>
    <p:sldLayoutId id="2147483683" r:id="rId14"/>
    <p:sldLayoutId id="2147483736" r:id="rId15"/>
    <p:sldLayoutId id="2147483706" r:id="rId16"/>
    <p:sldLayoutId id="2147483708" r:id="rId17"/>
    <p:sldLayoutId id="2147483709" r:id="rId18"/>
    <p:sldLayoutId id="2147483788" r:id="rId19"/>
  </p:sldLayoutIdLst>
  <p:hf hdr="0" dt="0"/>
  <p:txStyles>
    <p:titleStyle>
      <a:lvl1pPr algn="l" defTabSz="914248" rtl="0" eaLnBrk="1" latinLnBrk="0" hangingPunct="1">
        <a:lnSpc>
          <a:spcPct val="100000"/>
        </a:lnSpc>
        <a:spcBef>
          <a:spcPct val="0"/>
        </a:spcBef>
        <a:buNone/>
        <a:defRPr sz="2000" b="0" i="0" kern="1200" spc="-50" baseline="0">
          <a:solidFill>
            <a:schemeClr val="tx1"/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Symbol" panose="05050102010706020507" pitchFamily="18" charset="2"/>
        <a:buNone/>
        <a:defRPr lang="it-IT" sz="1200" b="0" i="0" kern="1200" spc="-20" baseline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1pPr>
      <a:lvl2pPr marL="285750" indent="-285750" algn="l" defTabSz="121917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Symbol" panose="05050102010706020507" pitchFamily="18" charset="2"/>
        <a:buChar char="·"/>
        <a:defRPr lang="it-IT" sz="1200" b="0" i="0" kern="1200" spc="-20" baseline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2pPr>
      <a:lvl3pPr marL="648000" indent="-304792" algn="l" defTabSz="121917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lang="it-IT" sz="1200" b="0" i="0" kern="1200" spc="-20" baseline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3pPr>
      <a:lvl4pPr marL="1044000" indent="-304792" algn="l" defTabSz="121917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Font di sistema regolare"/>
        <a:buChar char="○"/>
        <a:defRPr lang="it-IT" sz="1200" b="0" i="0" kern="1200" spc="0" dirty="0" smtClean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1440000" indent="-304792" algn="l" defTabSz="121917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.Lucida Grande UI Regular"/>
        <a:buChar char="▫"/>
        <a:defRPr lang="it-IT" sz="1200" b="0" i="0" kern="1200" spc="0" dirty="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1872000" indent="-304792" algn="l" defTabSz="121917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it-IT" sz="1400" b="0" i="0" kern="1200" spc="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6pPr>
      <a:lvl7pPr marL="2971306" indent="-228562" algn="l" defTabSz="9142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28" indent="-228562" algn="l" defTabSz="9142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1" indent="-228562" algn="l" defTabSz="9142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1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5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19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3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66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1" algn="l" defTabSz="9142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9" userDrawn="1">
          <p15:clr>
            <a:srgbClr val="F26B43"/>
          </p15:clr>
        </p15:guide>
        <p15:guide id="4" pos="7241" userDrawn="1">
          <p15:clr>
            <a:srgbClr val="F26B43"/>
          </p15:clr>
        </p15:guide>
        <p15:guide id="5" orient="horz" pos="833" userDrawn="1">
          <p15:clr>
            <a:srgbClr val="F26B43"/>
          </p15:clr>
        </p15:guide>
        <p15:guide id="6" orient="horz" pos="3946" userDrawn="1">
          <p15:clr>
            <a:srgbClr val="F26B43"/>
          </p15:clr>
        </p15:guide>
        <p15:guide id="7" pos="166" userDrawn="1">
          <p15:clr>
            <a:srgbClr val="F26B43"/>
          </p15:clr>
        </p15:guide>
        <p15:guide id="8" pos="7514" userDrawn="1">
          <p15:clr>
            <a:srgbClr val="F26B43"/>
          </p15:clr>
        </p15:guide>
        <p15:guide id="14" orient="horz" pos="425" userDrawn="1">
          <p15:clr>
            <a:srgbClr val="F26B43"/>
          </p15:clr>
        </p15:guide>
        <p15:guide id="15" orient="horz" pos="4156" userDrawn="1">
          <p15:clr>
            <a:srgbClr val="F26B43"/>
          </p15:clr>
        </p15:guide>
        <p15:guide id="16" orient="horz" pos="3725" userDrawn="1">
          <p15:clr>
            <a:srgbClr val="F26B43"/>
          </p15:clr>
        </p15:guide>
        <p15:guide id="17" orient="horz" pos="289" userDrawn="1">
          <p15:clr>
            <a:srgbClr val="F26B43"/>
          </p15:clr>
        </p15:guide>
        <p15:guide id="18" orient="horz" pos="595" userDrawn="1">
          <p15:clr>
            <a:srgbClr val="F26B43"/>
          </p15:clr>
        </p15:guide>
        <p15:guide id="22" pos="3959" userDrawn="1">
          <p15:clr>
            <a:srgbClr val="F26B43"/>
          </p15:clr>
        </p15:guide>
        <p15:guide id="23" pos="3721" userDrawn="1">
          <p15:clr>
            <a:srgbClr val="F26B43"/>
          </p15:clr>
        </p15:guide>
        <p15:guide id="24" orient="horz" pos="210" userDrawn="1">
          <p15:clr>
            <a:srgbClr val="F26B43"/>
          </p15:clr>
        </p15:guide>
        <p15:guide id="25" pos="4299" userDrawn="1">
          <p15:clr>
            <a:srgbClr val="F26B43"/>
          </p15:clr>
        </p15:guide>
        <p15:guide id="26" pos="4537" userDrawn="1">
          <p15:clr>
            <a:srgbClr val="F26B43"/>
          </p15:clr>
        </p15:guide>
        <p15:guide id="27" pos="4895" userDrawn="1">
          <p15:clr>
            <a:srgbClr val="F26B43"/>
          </p15:clr>
        </p15:guide>
        <p15:guide id="28" pos="5115" userDrawn="1">
          <p15:clr>
            <a:srgbClr val="F26B43"/>
          </p15:clr>
        </p15:guide>
        <p15:guide id="29" pos="5473" userDrawn="1">
          <p15:clr>
            <a:srgbClr val="F26B43"/>
          </p15:clr>
        </p15:guide>
        <p15:guide id="30" pos="5711" userDrawn="1">
          <p15:clr>
            <a:srgbClr val="F26B43"/>
          </p15:clr>
        </p15:guide>
        <p15:guide id="31" pos="6051" userDrawn="1">
          <p15:clr>
            <a:srgbClr val="F26B43"/>
          </p15:clr>
        </p15:guide>
        <p15:guide id="32" pos="6289" userDrawn="1">
          <p15:clr>
            <a:srgbClr val="F26B43"/>
          </p15:clr>
        </p15:guide>
        <p15:guide id="33" pos="6647" userDrawn="1">
          <p15:clr>
            <a:srgbClr val="F26B43"/>
          </p15:clr>
        </p15:guide>
        <p15:guide id="34" pos="6867" userDrawn="1">
          <p15:clr>
            <a:srgbClr val="F26B43"/>
          </p15:clr>
        </p15:guide>
        <p15:guide id="35" pos="3363" userDrawn="1">
          <p15:clr>
            <a:srgbClr val="F26B43"/>
          </p15:clr>
        </p15:guide>
        <p15:guide id="36" pos="3143" userDrawn="1">
          <p15:clr>
            <a:srgbClr val="F26B43"/>
          </p15:clr>
        </p15:guide>
        <p15:guide id="37" pos="2785" userDrawn="1">
          <p15:clr>
            <a:srgbClr val="F26B43"/>
          </p15:clr>
        </p15:guide>
        <p15:guide id="38" pos="2548" userDrawn="1">
          <p15:clr>
            <a:srgbClr val="F26B43"/>
          </p15:clr>
        </p15:guide>
        <p15:guide id="39" pos="2207" userDrawn="1">
          <p15:clr>
            <a:srgbClr val="F26B43"/>
          </p15:clr>
        </p15:guide>
        <p15:guide id="40" pos="1969" userDrawn="1">
          <p15:clr>
            <a:srgbClr val="F26B43"/>
          </p15:clr>
        </p15:guide>
        <p15:guide id="41" pos="1612" userDrawn="1">
          <p15:clr>
            <a:srgbClr val="F26B43"/>
          </p15:clr>
        </p15:guide>
        <p15:guide id="42" pos="1391" userDrawn="1">
          <p15:clr>
            <a:srgbClr val="F26B43"/>
          </p15:clr>
        </p15:guide>
        <p15:guide id="43" pos="1033" userDrawn="1">
          <p15:clr>
            <a:srgbClr val="F26B43"/>
          </p15:clr>
        </p15:guide>
        <p15:guide id="44" pos="7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olo 18">
            <a:extLst>
              <a:ext uri="{FF2B5EF4-FFF2-40B4-BE49-F238E27FC236}">
                <a16:creationId xmlns:a16="http://schemas.microsoft.com/office/drawing/2014/main" id="{D12E9D47-5BEB-B7F7-1AE6-56ABBDCDE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061" y="1714816"/>
            <a:ext cx="5642726" cy="176789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it-IT" err="1">
                <a:latin typeface="Poppins Medium"/>
                <a:cs typeface="Poppins Medium"/>
              </a:rPr>
              <a:t>Angular</a:t>
            </a:r>
            <a:r>
              <a:rPr lang="it-IT">
                <a:latin typeface="Poppins Medium"/>
                <a:cs typeface="Poppins Medium"/>
              </a:rPr>
              <a:t> e il progetto AVANT:</a:t>
            </a:r>
            <a:br>
              <a:rPr lang="it-IT"/>
            </a:br>
            <a:r>
              <a:rPr lang="it-IT">
                <a:latin typeface="Poppins Medium"/>
                <a:cs typeface="Poppins Medium"/>
              </a:rPr>
              <a:t>Secure by design</a:t>
            </a:r>
          </a:p>
        </p:txBody>
      </p:sp>
      <p:sp>
        <p:nvSpPr>
          <p:cNvPr id="20" name="Sottotitolo 19">
            <a:extLst>
              <a:ext uri="{FF2B5EF4-FFF2-40B4-BE49-F238E27FC236}">
                <a16:creationId xmlns:a16="http://schemas.microsoft.com/office/drawing/2014/main" id="{BCFB3BF2-128E-B969-27B2-E3C3894628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>
                <a:latin typeface="Poppins Light"/>
                <a:cs typeface="Poppins Light"/>
              </a:rPr>
              <a:t>Introduction to Angular and the application of its key principles in the AVANT project</a:t>
            </a:r>
            <a:endParaRPr lang="it-IT">
              <a:latin typeface="Poppins Light"/>
              <a:cs typeface="Poppins Light"/>
            </a:endParaRP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96FA85A5-4459-7AF5-2BBC-0B00983C73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/>
              <a:t>04/05/26</a:t>
            </a:r>
          </a:p>
        </p:txBody>
      </p:sp>
      <p:sp>
        <p:nvSpPr>
          <p:cNvPr id="23" name="Segnaposto testo 22">
            <a:extLst>
              <a:ext uri="{FF2B5EF4-FFF2-40B4-BE49-F238E27FC236}">
                <a16:creationId xmlns:a16="http://schemas.microsoft.com/office/drawing/2014/main" id="{F225024F-8238-7195-BA44-5C03C2CDD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/>
              <a:t>Intro</a:t>
            </a:r>
          </a:p>
        </p:txBody>
      </p:sp>
      <p:pic>
        <p:nvPicPr>
          <p:cNvPr id="2" name="Immagine 1" descr="Immagine che contiene schermata, cerchio, Policromia, grafica vettoriale&#10;&#10;Descrizione generata automaticamente">
            <a:extLst>
              <a:ext uri="{FF2B5EF4-FFF2-40B4-BE49-F238E27FC236}">
                <a16:creationId xmlns:a16="http://schemas.microsoft.com/office/drawing/2014/main" id="{64A04C1C-DA5D-E353-2BB0-DE216E285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710" y="0"/>
            <a:ext cx="4834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6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8AE4-ECF2-796E-526A-A3F5FEBB2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ottotitolo 19">
            <a:extLst>
              <a:ext uri="{FF2B5EF4-FFF2-40B4-BE49-F238E27FC236}">
                <a16:creationId xmlns:a16="http://schemas.microsoft.com/office/drawing/2014/main" id="{7B7939B7-59AE-70F8-E878-3CEC2381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74" y="2701637"/>
            <a:ext cx="6468564" cy="3212197"/>
          </a:xfrm>
        </p:spPr>
        <p:txBody>
          <a:bodyPr/>
          <a:lstStyle/>
          <a:p>
            <a:r>
              <a:rPr lang="en-US"/>
              <a:t>Talking about Angular and his environment</a:t>
            </a:r>
            <a:endParaRPr lang="it-IT"/>
          </a:p>
          <a:p>
            <a:endParaRPr lang="it-IT"/>
          </a:p>
          <a:p>
            <a:r>
              <a:rPr lang="en-US"/>
              <a:t>Talking about AVANT project</a:t>
            </a:r>
          </a:p>
          <a:p>
            <a:endParaRPr lang="en-US"/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E471FE47-3F06-D94A-3689-080D5B85BA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/>
              <a:t>04/05/26</a:t>
            </a:r>
          </a:p>
        </p:txBody>
      </p:sp>
      <p:sp>
        <p:nvSpPr>
          <p:cNvPr id="23" name="Segnaposto testo 22">
            <a:extLst>
              <a:ext uri="{FF2B5EF4-FFF2-40B4-BE49-F238E27FC236}">
                <a16:creationId xmlns:a16="http://schemas.microsoft.com/office/drawing/2014/main" id="{2E0F3CD6-0D19-400B-98BD-58877D895B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/>
              <a:t>Agenda</a:t>
            </a:r>
          </a:p>
        </p:txBody>
      </p:sp>
      <p:pic>
        <p:nvPicPr>
          <p:cNvPr id="2" name="Immagine 1" descr="Immagine che contiene schermata, cerchio, Policromia, grafica vettoriale&#10;&#10;Descrizione generata automaticamente">
            <a:extLst>
              <a:ext uri="{FF2B5EF4-FFF2-40B4-BE49-F238E27FC236}">
                <a16:creationId xmlns:a16="http://schemas.microsoft.com/office/drawing/2014/main" id="{126ABF81-4C42-27EB-81C1-BB4AD108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710" y="0"/>
            <a:ext cx="4834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65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10C8E14B-D3E5-EC41-9366-044986B330C7}"/>
              </a:ext>
            </a:extLst>
          </p:cNvPr>
          <p:cNvCxnSpPr>
            <a:cxnSpLocks/>
          </p:cNvCxnSpPr>
          <p:nvPr/>
        </p:nvCxnSpPr>
        <p:spPr>
          <a:xfrm>
            <a:off x="7135023" y="2146277"/>
            <a:ext cx="720000" cy="0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3371EAB6-5444-6A0A-BE6F-B1C45BD761FD}"/>
              </a:ext>
            </a:extLst>
          </p:cNvPr>
          <p:cNvCxnSpPr/>
          <p:nvPr/>
        </p:nvCxnSpPr>
        <p:spPr>
          <a:xfrm>
            <a:off x="7135023" y="5268190"/>
            <a:ext cx="720000" cy="0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EA3AA524-225C-5557-EA46-A6BFC7C840F5}"/>
              </a:ext>
            </a:extLst>
          </p:cNvPr>
          <p:cNvCxnSpPr/>
          <p:nvPr/>
        </p:nvCxnSpPr>
        <p:spPr>
          <a:xfrm>
            <a:off x="4239100" y="2146277"/>
            <a:ext cx="720000" cy="0"/>
          </a:xfrm>
          <a:prstGeom prst="line">
            <a:avLst/>
          </a:prstGeom>
          <a:ln w="2857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9E47096B-630A-FA7B-E29C-052194B6F582}"/>
              </a:ext>
            </a:extLst>
          </p:cNvPr>
          <p:cNvCxnSpPr/>
          <p:nvPr/>
        </p:nvCxnSpPr>
        <p:spPr>
          <a:xfrm>
            <a:off x="4239100" y="5265691"/>
            <a:ext cx="720000" cy="0"/>
          </a:xfrm>
          <a:prstGeom prst="line">
            <a:avLst/>
          </a:prstGeom>
          <a:ln w="2857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79C815E-73AE-A332-089B-A61DCD17BBAD}"/>
              </a:ext>
            </a:extLst>
          </p:cNvPr>
          <p:cNvCxnSpPr/>
          <p:nvPr/>
        </p:nvCxnSpPr>
        <p:spPr>
          <a:xfrm>
            <a:off x="7953681" y="3553248"/>
            <a:ext cx="720000" cy="0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9DED320-FB11-5C61-0135-07DEAF61FCE5}"/>
              </a:ext>
            </a:extLst>
          </p:cNvPr>
          <p:cNvCxnSpPr/>
          <p:nvPr/>
        </p:nvCxnSpPr>
        <p:spPr>
          <a:xfrm>
            <a:off x="3403023" y="3553248"/>
            <a:ext cx="720000" cy="0"/>
          </a:xfrm>
          <a:prstGeom prst="line">
            <a:avLst/>
          </a:prstGeom>
          <a:ln w="2857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17B0F1DF-EA17-6DBC-F547-357B24809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412078"/>
              </p:ext>
            </p:extLst>
          </p:nvPr>
        </p:nvGraphicFramePr>
        <p:xfrm>
          <a:off x="696913" y="1322388"/>
          <a:ext cx="10798175" cy="459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olo 4">
            <a:extLst>
              <a:ext uri="{FF2B5EF4-FFF2-40B4-BE49-F238E27FC236}">
                <a16:creationId xmlns:a16="http://schemas.microsoft.com/office/drawing/2014/main" id="{C8BF9F27-9B38-D707-7083-94DEDD49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43" y="642122"/>
            <a:ext cx="10631083" cy="251999"/>
          </a:xfrm>
        </p:spPr>
        <p:txBody>
          <a:bodyPr/>
          <a:lstStyle/>
          <a:p>
            <a:r>
              <a:rPr lang="it-IT"/>
              <a:t>5 </a:t>
            </a:r>
            <a:r>
              <a:rPr lang="it-IT" err="1"/>
              <a:t>questions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B0ED2F-3DFB-4B47-879A-6AAC5C3B0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A99A0DDB-064C-7F6B-3C55-18E3B3BFEAF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535D40DD-AFDF-40F7-59EE-CEE5E70736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163524-C5F1-9DA8-4B4A-09A167625FE9}"/>
              </a:ext>
            </a:extLst>
          </p:cNvPr>
          <p:cNvSpPr txBox="1"/>
          <p:nvPr/>
        </p:nvSpPr>
        <p:spPr>
          <a:xfrm>
            <a:off x="7843340" y="1745320"/>
            <a:ext cx="352028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Anyone who is or wants to become a </a:t>
            </a:r>
            <a:r>
              <a:rPr lang="en-US" b="1"/>
              <a:t>front-end</a:t>
            </a:r>
            <a:r>
              <a:rPr lang="en-US"/>
              <a:t> or </a:t>
            </a:r>
            <a:r>
              <a:rPr lang="en-US" b="1"/>
              <a:t>full-stack</a:t>
            </a:r>
            <a:r>
              <a:rPr lang="en-US"/>
              <a:t> developer</a:t>
            </a:r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8108663-7DEF-6755-3E21-1FE7C92BB5F2}"/>
              </a:ext>
            </a:extLst>
          </p:cNvPr>
          <p:cNvSpPr txBox="1"/>
          <p:nvPr/>
        </p:nvSpPr>
        <p:spPr>
          <a:xfrm>
            <a:off x="8704910" y="3091582"/>
            <a:ext cx="25751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Angular is an open-source framework based on TS</a:t>
            </a:r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C0C1C91-05E4-11A3-6F09-CB1A96966722}"/>
              </a:ext>
            </a:extLst>
          </p:cNvPr>
          <p:cNvSpPr txBox="1"/>
          <p:nvPr/>
        </p:nvSpPr>
        <p:spPr>
          <a:xfrm>
            <a:off x="7843340" y="4968760"/>
            <a:ext cx="257510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It’s used to create scalable web apps</a:t>
            </a:r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8D2B97C-3D46-C98F-4834-C09E366E51E9}"/>
              </a:ext>
            </a:extLst>
          </p:cNvPr>
          <p:cNvSpPr txBox="1"/>
          <p:nvPr/>
        </p:nvSpPr>
        <p:spPr>
          <a:xfrm>
            <a:off x="568639" y="4830260"/>
            <a:ext cx="381125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Used by large and small companies and independent developers</a:t>
            </a:r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5CE6155-2628-0E9F-8266-08737FAD212A}"/>
              </a:ext>
            </a:extLst>
          </p:cNvPr>
          <p:cNvSpPr txBox="1"/>
          <p:nvPr/>
        </p:nvSpPr>
        <p:spPr>
          <a:xfrm>
            <a:off x="742337" y="2819877"/>
            <a:ext cx="2775983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Easy to use for those familiar with the MVC patter, it ensures a clear separation of </a:t>
            </a:r>
            <a:r>
              <a:rPr lang="en-US" err="1"/>
              <a:t>concernes</a:t>
            </a:r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E834BE6-8EF8-6331-D9A1-7629ABB4E339}"/>
              </a:ext>
            </a:extLst>
          </p:cNvPr>
          <p:cNvSpPr txBox="1"/>
          <p:nvPr/>
        </p:nvSpPr>
        <p:spPr>
          <a:xfrm>
            <a:off x="2015031" y="1961611"/>
            <a:ext cx="277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Let’s dive in!</a:t>
            </a:r>
            <a:endParaRPr lang="it-IT" b="1"/>
          </a:p>
        </p:txBody>
      </p:sp>
    </p:spTree>
    <p:extLst>
      <p:ext uri="{BB962C8B-B14F-4D97-AF65-F5344CB8AC3E}">
        <p14:creationId xmlns:p14="http://schemas.microsoft.com/office/powerpoint/2010/main" val="356954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2150-15D6-4855-154D-2EE42325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74CF0FE7-A086-694B-D673-E260C612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Foundaments</a:t>
            </a:r>
            <a:r>
              <a:rPr lang="it-IT"/>
              <a:t> of </a:t>
            </a:r>
            <a:r>
              <a:rPr lang="it-IT" err="1"/>
              <a:t>Angular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D5AC12-61D7-9A8E-E660-06F62E0B2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4</a:t>
            </a:fld>
            <a:endParaRPr lang="it-IT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CFAF204F-53EE-72DE-E177-AD8BB7674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396ECC94-C531-99F9-D219-95ACDC9B11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graphicFrame>
        <p:nvGraphicFramePr>
          <p:cNvPr id="23" name="Segnaposto contenuto 22">
            <a:extLst>
              <a:ext uri="{FF2B5EF4-FFF2-40B4-BE49-F238E27FC236}">
                <a16:creationId xmlns:a16="http://schemas.microsoft.com/office/drawing/2014/main" id="{C0C6E409-3CD3-4F8D-66A1-477DBCC18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199478"/>
              </p:ext>
            </p:extLst>
          </p:nvPr>
        </p:nvGraphicFramePr>
        <p:xfrm>
          <a:off x="696913" y="1322388"/>
          <a:ext cx="10798175" cy="459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730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EB88-D69C-C126-0312-C9D0A535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5D985C5D-539B-BAD1-E3DF-19D5C9F4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asynchronus</a:t>
            </a:r>
            <a:r>
              <a:rPr lang="it-IT"/>
              <a:t> programming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79A7AE-D04C-7CAE-C778-99A44C807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90D8665F-0D5F-43AF-85D9-B3F8AED80CC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32A6D238-BF81-1449-7019-9C09450B2C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3491C589-572B-B460-4D01-BC022DFB4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7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A246-61CE-239F-BD83-85E1E089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1DC4132-01EB-6BD0-8574-A4DC4471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TypeScript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C862C5-31A5-B957-BD3C-9871F18E2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42AD47AE-B149-66EB-7663-01B903DB8D9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5114A75B-1517-BDED-6C22-52D5A5339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3E7F2D59-33D5-171A-5F2C-A0B43EFA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3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contenuto 7" descr="Testa con ingranaggi con riempimento a tinta unita">
            <a:extLst>
              <a:ext uri="{FF2B5EF4-FFF2-40B4-BE49-F238E27FC236}">
                <a16:creationId xmlns:a16="http://schemas.microsoft.com/office/drawing/2014/main" id="{70B5D1F4-FDAC-5B28-BF4F-746F5BE22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3160713"/>
            <a:ext cx="914400" cy="9144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7B0D4ADA-B6E7-4B10-7B8B-01FA729D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an Angular developer think?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B9CD33-9E02-1B30-26E3-FF846EE3E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7</a:t>
            </a:fld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D8ABCAB-B6E8-E6E4-DC96-4678B1B1AF7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7A84F1D-7783-C765-625F-C5E6F2C2D2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38A3EFF-1FBA-5B4F-FF59-29A86E34BE76}"/>
              </a:ext>
            </a:extLst>
          </p:cNvPr>
          <p:cNvSpPr txBox="1"/>
          <p:nvPr/>
        </p:nvSpPr>
        <p:spPr>
          <a:xfrm>
            <a:off x="5524982" y="3990232"/>
            <a:ext cx="1085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/>
              <a:t>Angular</a:t>
            </a:r>
            <a:r>
              <a:rPr lang="it-IT"/>
              <a:t> </a:t>
            </a:r>
            <a:r>
              <a:rPr lang="it-IT" err="1"/>
              <a:t>dev</a:t>
            </a:r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5678D76-33BD-3069-07B8-B3AD67ED5D59}"/>
              </a:ext>
            </a:extLst>
          </p:cNvPr>
          <p:cNvSpPr txBox="1"/>
          <p:nvPr/>
        </p:nvSpPr>
        <p:spPr>
          <a:xfrm>
            <a:off x="8367365" y="3303958"/>
            <a:ext cx="306000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A new request/issue has come in that needs to be resolved</a:t>
            </a:r>
            <a:endParaRPr lang="it-IT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DAFFD21D-15AF-3DFB-513A-3E37BC5C2389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 flipV="1">
            <a:off x="6559445" y="3749076"/>
            <a:ext cx="1795429" cy="16547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E18B9A5-4D2A-4D58-FDE2-39060C2E3FB3}"/>
              </a:ext>
            </a:extLst>
          </p:cNvPr>
          <p:cNvSpPr txBox="1"/>
          <p:nvPr/>
        </p:nvSpPr>
        <p:spPr>
          <a:xfrm>
            <a:off x="656659" y="5110621"/>
            <a:ext cx="3060000" cy="646331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Does this change affect the entire project?</a:t>
            </a:r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06FC989-407C-D71F-971A-E3DFBF3A2146}"/>
              </a:ext>
            </a:extLst>
          </p:cNvPr>
          <p:cNvSpPr txBox="1"/>
          <p:nvPr/>
        </p:nvSpPr>
        <p:spPr>
          <a:xfrm>
            <a:off x="656659" y="4352421"/>
            <a:ext cx="3060000" cy="646331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Do I need to add a new graphic element?</a:t>
            </a:r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550D6C8-A055-0BC3-F90B-32784B2CC6D2}"/>
              </a:ext>
            </a:extLst>
          </p:cNvPr>
          <p:cNvSpPr txBox="1"/>
          <p:nvPr/>
        </p:nvSpPr>
        <p:spPr>
          <a:xfrm>
            <a:off x="656659" y="3313156"/>
            <a:ext cx="3060000" cy="92333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Do I need to communicate with a server?</a:t>
            </a:r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BDBFBBE-3748-AE4C-E07C-38D36901E388}"/>
              </a:ext>
            </a:extLst>
          </p:cNvPr>
          <p:cNvSpPr txBox="1"/>
          <p:nvPr/>
        </p:nvSpPr>
        <p:spPr>
          <a:xfrm>
            <a:off x="656659" y="1240871"/>
            <a:ext cx="3060000" cy="92333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Do I need to move data from one part of the app to another?</a:t>
            </a:r>
            <a:endParaRPr lang="it-IT">
              <a:cs typeface="Poppins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0A98106-6967-E1C7-1DF9-BD077D05CC0E}"/>
              </a:ext>
            </a:extLst>
          </p:cNvPr>
          <p:cNvSpPr txBox="1"/>
          <p:nvPr/>
        </p:nvSpPr>
        <p:spPr>
          <a:xfrm>
            <a:off x="656659" y="2273890"/>
            <a:ext cx="3060000" cy="92333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Can the solution I'm about to implement be used elsewhere?</a:t>
            </a:r>
            <a:endParaRPr lang="it-IT">
              <a:cs typeface="Poppins"/>
            </a:endParaRPr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B0FC3989-E3B8-561C-FFB7-D1AB5EF8BBAE}"/>
              </a:ext>
            </a:extLst>
          </p:cNvPr>
          <p:cNvCxnSpPr>
            <a:cxnSpLocks/>
          </p:cNvCxnSpPr>
          <p:nvPr/>
        </p:nvCxnSpPr>
        <p:spPr>
          <a:xfrm flipH="1">
            <a:off x="3710413" y="4019617"/>
            <a:ext cx="1965862" cy="1395433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E2A1B1A-0949-9901-031B-0D996B3F1ADC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704168" y="3936859"/>
            <a:ext cx="1965861" cy="707499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B9D213F1-6CB4-3D33-195C-FD86B2C9EF4C}"/>
              </a:ext>
            </a:extLst>
          </p:cNvPr>
          <p:cNvCxnSpPr>
            <a:cxnSpLocks/>
          </p:cNvCxnSpPr>
          <p:nvPr/>
        </p:nvCxnSpPr>
        <p:spPr>
          <a:xfrm flipH="1" flipV="1">
            <a:off x="3729150" y="3799802"/>
            <a:ext cx="1940879" cy="23070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1F48D403-5660-3E4B-DD3C-83D55FB33B72}"/>
              </a:ext>
            </a:extLst>
          </p:cNvPr>
          <p:cNvCxnSpPr>
            <a:cxnSpLocks/>
            <a:endCxn id="19" idx="3"/>
          </p:cNvCxnSpPr>
          <p:nvPr/>
        </p:nvCxnSpPr>
        <p:spPr>
          <a:xfrm flipH="1" flipV="1">
            <a:off x="3729150" y="2704326"/>
            <a:ext cx="1922141" cy="1039383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861895C-9AE6-CF20-6856-19D51FECDC22}"/>
              </a:ext>
            </a:extLst>
          </p:cNvPr>
          <p:cNvCxnSpPr>
            <a:cxnSpLocks/>
            <a:endCxn id="18" idx="3"/>
          </p:cNvCxnSpPr>
          <p:nvPr/>
        </p:nvCxnSpPr>
        <p:spPr>
          <a:xfrm flipH="1" flipV="1">
            <a:off x="3716659" y="1702536"/>
            <a:ext cx="1922141" cy="1915377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12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6ED5-0822-F4E5-D561-9B9BB895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ACA8EA0-FCA9-63D3-AE33-7AC5F01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Angular</a:t>
            </a:r>
            <a:r>
              <a:rPr lang="it-IT"/>
              <a:t> component?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C0B828-559B-9BC5-D7CC-60E2FDDE8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8</a:t>
            </a:fld>
            <a:endParaRPr lang="it-IT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3D729945-8718-D6F3-81D7-37636CA3F7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F6616259-4FE8-2C2E-3AE7-A1A4E4C008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FFF3A409-96C9-C833-F184-6315C5AC6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7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BE0F8A6-E805-D021-DDD7-00868ECBC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71E9153D-8809-1C72-F28F-A4F52FF0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How I can </a:t>
            </a:r>
            <a:r>
              <a:rPr lang="it-IT" err="1"/>
              <a:t>trasform</a:t>
            </a:r>
            <a:r>
              <a:rPr lang="it-IT"/>
              <a:t> </a:t>
            </a:r>
            <a:r>
              <a:rPr lang="it-IT" err="1"/>
              <a:t>my</a:t>
            </a:r>
            <a:r>
              <a:rPr lang="it-IT"/>
              <a:t> data?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5695026-A56C-35E0-C60F-0D140C9BB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9</a:t>
            </a:fld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D301EAC-8AFD-314D-2866-DD12E7EDF3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9123C36-DA23-8937-0248-89223422CF6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</p:spTree>
    <p:extLst>
      <p:ext uri="{BB962C8B-B14F-4D97-AF65-F5344CB8AC3E}">
        <p14:creationId xmlns:p14="http://schemas.microsoft.com/office/powerpoint/2010/main" val="328551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BB448727-9084-1551-D0CC-7DC1757F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How the </a:t>
            </a:r>
            <a:r>
              <a:rPr lang="it-IT" err="1"/>
              <a:t>components</a:t>
            </a:r>
            <a:r>
              <a:rPr lang="it-IT"/>
              <a:t> share the data?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BB616E-FD17-A9AA-1731-55ADAD035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10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66DE618E-2DD6-010A-BE2A-3C77A5B81B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006CA8D4-2479-D004-EEB5-8D4427928D3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  <p:pic>
        <p:nvPicPr>
          <p:cNvPr id="16" name="Segnaposto contenuto 15">
            <a:extLst>
              <a:ext uri="{FF2B5EF4-FFF2-40B4-BE49-F238E27FC236}">
                <a16:creationId xmlns:a16="http://schemas.microsoft.com/office/drawing/2014/main" id="{FA93AB8B-F224-E6CD-58EB-5109E1A7A0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3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82881365-E1FC-7904-A425-A47BEC7EF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E3112ECF-923E-70C1-95D6-77D6E802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How I can </a:t>
            </a:r>
            <a:r>
              <a:rPr lang="it-IT" err="1"/>
              <a:t>improve</a:t>
            </a:r>
            <a:r>
              <a:rPr lang="it-IT"/>
              <a:t> the </a:t>
            </a:r>
            <a:r>
              <a:rPr lang="it-IT" err="1"/>
              <a:t>separation</a:t>
            </a:r>
            <a:r>
              <a:rPr lang="it-IT"/>
              <a:t> of </a:t>
            </a:r>
            <a:r>
              <a:rPr lang="it-IT" err="1"/>
              <a:t>concerns</a:t>
            </a:r>
            <a:r>
              <a:rPr lang="it-IT"/>
              <a:t>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F4A856-8AD3-73A5-9E6B-C7AA24A2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11</a:t>
            </a:fld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5111AD8-7A8F-8229-8865-8A4BCA3D249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D4CDEE7-A557-AAF9-44DF-454845C64A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</p:spTree>
    <p:extLst>
      <p:ext uri="{BB962C8B-B14F-4D97-AF65-F5344CB8AC3E}">
        <p14:creationId xmlns:p14="http://schemas.microsoft.com/office/powerpoint/2010/main" val="3792520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B355509B-3C39-A427-EB6E-D53829F8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713" y="1322388"/>
            <a:ext cx="6886575" cy="4591050"/>
          </a:xfrm>
          <a:prstGeom prst="rect">
            <a:avLst/>
          </a:prstGeo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8648C3B4-C936-66A8-C775-F48A530A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Our</a:t>
            </a:r>
            <a:r>
              <a:rPr lang="it-IT"/>
              <a:t> iceberg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9AF9ED-758B-91B0-929D-D2952B57F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12</a:t>
            </a:fld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B6E4F78-95E8-11BA-CEE0-ABA94361D9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it-IT" err="1"/>
              <a:t>Talking</a:t>
            </a:r>
            <a:r>
              <a:rPr lang="it-IT"/>
              <a:t> </a:t>
            </a:r>
            <a:r>
              <a:rPr lang="it-IT" err="1"/>
              <a:t>about</a:t>
            </a:r>
            <a:r>
              <a:rPr lang="it-IT"/>
              <a:t> </a:t>
            </a:r>
            <a:r>
              <a:rPr lang="it-IT" err="1"/>
              <a:t>Angular</a:t>
            </a:r>
            <a:r>
              <a:rPr lang="it-IT"/>
              <a:t> and </a:t>
            </a:r>
            <a:r>
              <a:rPr lang="it-IT" err="1"/>
              <a:t>his</a:t>
            </a:r>
            <a:r>
              <a:rPr lang="it-IT"/>
              <a:t>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D02577D-8AF2-5B5D-DA66-4330D24A5E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</p:spTree>
    <p:extLst>
      <p:ext uri="{BB962C8B-B14F-4D97-AF65-F5344CB8AC3E}">
        <p14:creationId xmlns:p14="http://schemas.microsoft.com/office/powerpoint/2010/main" val="3069860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C475D6E4-DCD8-6045-7796-D02124295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>
                <a:latin typeface="Poppins Light"/>
                <a:cs typeface="Poppins Light"/>
              </a:rPr>
              <a:t>A cyber-security tool </a:t>
            </a:r>
            <a:r>
              <a:rPr lang="it-IT" sz="2000" err="1">
                <a:latin typeface="Poppins Light"/>
                <a:cs typeface="Poppins Light"/>
              </a:rPr>
              <a:t>that</a:t>
            </a:r>
            <a:r>
              <a:rPr lang="it-IT" sz="2000">
                <a:latin typeface="Poppins Light"/>
                <a:cs typeface="Poppins Light"/>
              </a:rPr>
              <a:t> can </a:t>
            </a:r>
            <a:r>
              <a:rPr lang="it-IT" sz="2000" err="1">
                <a:latin typeface="Poppins Light"/>
                <a:cs typeface="Poppins Light"/>
              </a:rPr>
              <a:t>assess</a:t>
            </a:r>
            <a:r>
              <a:rPr lang="it-IT" sz="2000">
                <a:latin typeface="Poppins Light"/>
                <a:cs typeface="Poppins Light"/>
              </a:rPr>
              <a:t> the risks of a business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err="1">
                <a:latin typeface="Poppins Light"/>
                <a:cs typeface="Poppins Light"/>
              </a:rPr>
              <a:t>It</a:t>
            </a:r>
            <a:r>
              <a:rPr lang="it-IT" sz="2000">
                <a:latin typeface="Poppins Light"/>
                <a:cs typeface="Poppins Light"/>
              </a:rPr>
              <a:t> can </a:t>
            </a:r>
            <a:r>
              <a:rPr lang="it-IT" sz="2000" err="1">
                <a:latin typeface="Poppins Light"/>
                <a:cs typeface="Poppins Light"/>
              </a:rPr>
              <a:t>give</a:t>
            </a:r>
            <a:r>
              <a:rPr lang="it-IT" sz="2000">
                <a:latin typeface="Poppins Light"/>
                <a:cs typeface="Poppins Light"/>
              </a:rPr>
              <a:t> information and </a:t>
            </a:r>
            <a:r>
              <a:rPr lang="it-IT" sz="2000" err="1">
                <a:latin typeface="Poppins Light"/>
                <a:cs typeface="Poppins Light"/>
              </a:rPr>
              <a:t>analytics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about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how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it’s</a:t>
            </a:r>
            <a:r>
              <a:rPr lang="it-IT" sz="2000">
                <a:latin typeface="Poppins Light"/>
                <a:cs typeface="Poppins Light"/>
              </a:rPr>
              <a:t> asset are </a:t>
            </a:r>
            <a:r>
              <a:rPr lang="it-IT" sz="2000" err="1">
                <a:latin typeface="Poppins Light"/>
                <a:cs typeface="Poppins Light"/>
              </a:rPr>
              <a:t>vulnerable</a:t>
            </a:r>
            <a:r>
              <a:rPr lang="it-IT" sz="2000">
                <a:latin typeface="Poppins Light"/>
                <a:cs typeface="Poppins Light"/>
              </a:rPr>
              <a:t> and risks </a:t>
            </a:r>
            <a:r>
              <a:rPr lang="it-IT" sz="2000" err="1">
                <a:latin typeface="Poppins Light"/>
                <a:cs typeface="Poppins Light"/>
              </a:rPr>
              <a:t>exposed</a:t>
            </a:r>
            <a:endParaRPr lang="it-IT" sz="2000">
              <a:latin typeface="Poppins Light"/>
              <a:cs typeface="Poppins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>
                <a:latin typeface="Poppins Light"/>
                <a:cs typeface="Poppins Light"/>
              </a:rPr>
              <a:t>And </a:t>
            </a:r>
            <a:r>
              <a:rPr lang="it-IT" sz="2000" err="1">
                <a:latin typeface="Poppins Light"/>
                <a:cs typeface="Poppins Light"/>
              </a:rPr>
              <a:t>now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let’s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see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how</a:t>
            </a:r>
            <a:r>
              <a:rPr lang="it-IT" sz="2000">
                <a:latin typeface="Poppins Light"/>
                <a:cs typeface="Poppins Light"/>
              </a:rPr>
              <a:t> </a:t>
            </a:r>
            <a:r>
              <a:rPr lang="it-IT" sz="2000" err="1">
                <a:latin typeface="Poppins Light"/>
                <a:cs typeface="Poppins Light"/>
              </a:rPr>
              <a:t>it</a:t>
            </a:r>
            <a:r>
              <a:rPr lang="it-IT" sz="2000">
                <a:latin typeface="Poppins Light"/>
                <a:cs typeface="Poppins Light"/>
              </a:rPr>
              <a:t> works with a </a:t>
            </a:r>
            <a:r>
              <a:rPr lang="it-IT" sz="2000" b="1">
                <a:latin typeface="Poppins Light"/>
                <a:cs typeface="Poppins Light"/>
              </a:rPr>
              <a:t>live demo!</a:t>
            </a:r>
          </a:p>
          <a:p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876D528-543F-D88F-DA3D-93CA0FD1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Using </a:t>
            </a:r>
            <a:r>
              <a:rPr lang="it-IT" err="1"/>
              <a:t>this</a:t>
            </a:r>
            <a:r>
              <a:rPr lang="it-IT"/>
              <a:t> concept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developed</a:t>
            </a:r>
            <a:r>
              <a:rPr lang="it-IT"/>
              <a:t> RATING-DT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8C7B65-6849-7217-8D14-83B888077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BF7C3C-24CC-6140-8A22-738C44F1CFEB}" type="slidenum">
              <a:rPr lang="it-IT" smtClean="0"/>
              <a:pPr/>
              <a:t>13</a:t>
            </a:fld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70AFE61-A5AF-3404-47D7-E9D810743D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Talking about AVANT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392A1F2-D076-5340-0336-A11791402B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it-IT" err="1"/>
              <a:t>Angular</a:t>
            </a:r>
            <a:r>
              <a:rPr lang="it-IT"/>
              <a:t> e il progetto AVANT: Secure by design</a:t>
            </a:r>
          </a:p>
        </p:txBody>
      </p:sp>
    </p:spTree>
    <p:extLst>
      <p:ext uri="{BB962C8B-B14F-4D97-AF65-F5344CB8AC3E}">
        <p14:creationId xmlns:p14="http://schemas.microsoft.com/office/powerpoint/2010/main" val="93270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egnaposto immagine 2">
            <a:extLst>
              <a:ext uri="{FF2B5EF4-FFF2-40B4-BE49-F238E27FC236}">
                <a16:creationId xmlns:a16="http://schemas.microsoft.com/office/drawing/2014/main" id="{77D0DDC2-CBC5-EC37-5FE1-8C03048CA95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136" b="136"/>
          <a:stretch>
            <a:fillRect/>
          </a:stretch>
        </p:blipFill>
        <p:spPr>
          <a:prstGeom prst="ellipse">
            <a:avLst/>
          </a:prstGeom>
          <a:noFill/>
          <a:ln>
            <a:noFill/>
          </a:ln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54547A15-EBE1-F7F5-56BE-8172B169C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t-IT"/>
              <a:t>Francesco Vicidomini</a:t>
            </a:r>
            <a:br>
              <a:rPr lang="it-IT"/>
            </a:br>
            <a:br>
              <a:rPr lang="it-IT"/>
            </a:br>
            <a:r>
              <a:rPr lang="it-IT"/>
              <a:t>francesco.vicidomini@eng.it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7D529A1-C96D-9C86-D27F-54DBBAE3F3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Technical </a:t>
            </a:r>
            <a:r>
              <a:rPr lang="it-IT" err="1"/>
              <a:t>Researcher</a:t>
            </a:r>
            <a:r>
              <a:rPr lang="it-IT"/>
              <a:t> </a:t>
            </a:r>
            <a:r>
              <a:rPr lang="it-IT" err="1"/>
              <a:t>Specialist</a:t>
            </a:r>
            <a:endParaRPr lang="it-IT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EA6FC1D0-6B5F-A882-259F-5D3AFDDCE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schermata, cerchio, Policromia, grafica vettoriale&#10;&#10;Descrizione generata automaticamente">
            <a:extLst>
              <a:ext uri="{FF2B5EF4-FFF2-40B4-BE49-F238E27FC236}">
                <a16:creationId xmlns:a16="http://schemas.microsoft.com/office/drawing/2014/main" id="{A5AC5DFB-57F8-C048-F428-F63A07389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710" y="0"/>
            <a:ext cx="4834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47578"/>
      </p:ext>
    </p:extLst>
  </p:cSld>
  <p:clrMapOvr>
    <a:masterClrMapping/>
  </p:clrMapOvr>
</p:sld>
</file>

<file path=ppt/theme/theme1.xml><?xml version="1.0" encoding="utf-8"?>
<a:theme xmlns:a="http://schemas.openxmlformats.org/drawingml/2006/main" name="IPCEI / Corporate / Covers">
  <a:themeElements>
    <a:clrScheme name="Corporate">
      <a:dk1>
        <a:srgbClr val="000000"/>
      </a:dk1>
      <a:lt1>
        <a:srgbClr val="FFFFFF"/>
      </a:lt1>
      <a:dk2>
        <a:srgbClr val="002F53"/>
      </a:dk2>
      <a:lt2>
        <a:srgbClr val="E3E9ED"/>
      </a:lt2>
      <a:accent1>
        <a:srgbClr val="8C1E74"/>
      </a:accent1>
      <a:accent2>
        <a:srgbClr val="2469B1"/>
      </a:accent2>
      <a:accent3>
        <a:srgbClr val="002F53"/>
      </a:accent3>
      <a:accent4>
        <a:srgbClr val="DE9800"/>
      </a:accent4>
      <a:accent5>
        <a:srgbClr val="CE4D00"/>
      </a:accent5>
      <a:accent6>
        <a:srgbClr val="8495A8"/>
      </a:accent6>
      <a:hlink>
        <a:srgbClr val="1CB9E0"/>
      </a:hlink>
      <a:folHlink>
        <a:srgbClr val="1CB9E0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9" id="{62D04F5F-06DA-8645-A9B0-A718533F873B}" vid="{99E6B502-E776-3A48-B733-5AF84BE100EB}"/>
    </a:ext>
  </a:extLst>
</a:theme>
</file>

<file path=ppt/theme/theme2.xml><?xml version="1.0" encoding="utf-8"?>
<a:theme xmlns:a="http://schemas.openxmlformats.org/drawingml/2006/main" name="IPCEI / Corporate">
  <a:themeElements>
    <a:clrScheme name="Corporate">
      <a:dk1>
        <a:srgbClr val="000000"/>
      </a:dk1>
      <a:lt1>
        <a:srgbClr val="FFFFFF"/>
      </a:lt1>
      <a:dk2>
        <a:srgbClr val="002F53"/>
      </a:dk2>
      <a:lt2>
        <a:srgbClr val="E3E9ED"/>
      </a:lt2>
      <a:accent1>
        <a:srgbClr val="8C1E74"/>
      </a:accent1>
      <a:accent2>
        <a:srgbClr val="2469B1"/>
      </a:accent2>
      <a:accent3>
        <a:srgbClr val="002F53"/>
      </a:accent3>
      <a:accent4>
        <a:srgbClr val="DE9800"/>
      </a:accent4>
      <a:accent5>
        <a:srgbClr val="CE4D00"/>
      </a:accent5>
      <a:accent6>
        <a:srgbClr val="8495A8"/>
      </a:accent6>
      <a:hlink>
        <a:srgbClr val="1CB9E0"/>
      </a:hlink>
      <a:folHlink>
        <a:srgbClr val="1CB9E0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9" id="{62D04F5F-06DA-8645-A9B0-A718533F873B}" vid="{4D94D25D-26BD-A647-9F60-75E9D0ED13B1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1B6824F93B57141BB9EE2B072B1E2F3" ma:contentTypeVersion="13" ma:contentTypeDescription="Creare un nuovo documento." ma:contentTypeScope="" ma:versionID="16d45080c3d8fb6bec98499b86e95ab8">
  <xsd:schema xmlns:xsd="http://www.w3.org/2001/XMLSchema" xmlns:xs="http://www.w3.org/2001/XMLSchema" xmlns:p="http://schemas.microsoft.com/office/2006/metadata/properties" xmlns:ns2="1a7b0b37-6513-494a-b384-0c21428467b0" xmlns:ns3="32f64195-7cbd-4164-9787-52fca675993f" targetNamespace="http://schemas.microsoft.com/office/2006/metadata/properties" ma:root="true" ma:fieldsID="f4e8ff1808f83ae6415a16c630dcd92b" ns2:_="" ns3:_="">
    <xsd:import namespace="1a7b0b37-6513-494a-b384-0c21428467b0"/>
    <xsd:import namespace="32f64195-7cbd-4164-9787-52fca67599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b0b37-6513-494a-b384-0c21428467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b722dba8-3084-4906-8dc6-75cf80851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64195-7cbd-4164-9787-52fca675993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ce71ee9-2198-4749-9054-9fdd084ada12}" ma:internalName="TaxCatchAll" ma:showField="CatchAllData" ma:web="32f64195-7cbd-4164-9787-52fca67599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7b0b37-6513-494a-b384-0c21428467b0">
      <Terms xmlns="http://schemas.microsoft.com/office/infopath/2007/PartnerControls"/>
    </lcf76f155ced4ddcb4097134ff3c332f>
    <TaxCatchAll xmlns="32f64195-7cbd-4164-9787-52fca67599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243C53-CDF6-43BB-931D-78C467301E54}">
  <ds:schemaRefs>
    <ds:schemaRef ds:uri="1a7b0b37-6513-494a-b384-0c21428467b0"/>
    <ds:schemaRef ds:uri="32f64195-7cbd-4164-9787-52fca675993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0E6DDC-F0E1-4CF9-B258-1E77699A91C2}">
  <ds:schemaRefs>
    <ds:schemaRef ds:uri="1a7b0b37-6513-494a-b384-0c21428467b0"/>
    <ds:schemaRef ds:uri="32f64195-7cbd-4164-9787-52fca675993f"/>
    <ds:schemaRef ds:uri="a3c07e95-d9f8-48af-b62f-6ca150e0f317"/>
    <ds:schemaRef ds:uri="af3ee063-5de5-4711-81d4-525f1c6982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F32353A-6BD2-48AE-899E-A07786DB48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2d7d6c5-1bee-41ff-9e79-b372a5cce71d}" enabled="0" method="" siteId="{f2d7d6c5-1bee-41ff-9e79-b372a5cce71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 Covers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IPCEI / Corporate / Covers</vt:lpstr>
      <vt:lpstr>IPCEI / Corporate</vt:lpstr>
      <vt:lpstr>Angular e il progetto AVANT: Secure by design</vt:lpstr>
      <vt:lpstr>PowerPoint Presentation</vt:lpstr>
      <vt:lpstr>5 questions about Angular</vt:lpstr>
      <vt:lpstr>Foundaments of Angular</vt:lpstr>
      <vt:lpstr>What is asynchronus programming</vt:lpstr>
      <vt:lpstr>What is TypeScript</vt:lpstr>
      <vt:lpstr>How does an Angular developer think?</vt:lpstr>
      <vt:lpstr>What is an Angular component?</vt:lpstr>
      <vt:lpstr>How I can trasform my data?</vt:lpstr>
      <vt:lpstr>How the components share the data?</vt:lpstr>
      <vt:lpstr>How I can improve the separation of concerns?</vt:lpstr>
      <vt:lpstr>Our iceberg</vt:lpstr>
      <vt:lpstr>Using this concept we have developed RATING-DT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Daniele Leonardi</dc:creator>
  <cp:revision>1</cp:revision>
  <cp:lastPrinted>2019-06-14T17:17:14Z</cp:lastPrinted>
  <dcterms:created xsi:type="dcterms:W3CDTF">2024-01-02T12:09:56Z</dcterms:created>
  <dcterms:modified xsi:type="dcterms:W3CDTF">2026-04-17T09:25:32Z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0x010100A1B6824F93B57141BB9EE2B072B1E2F3</vt:lpwstr>
  </property>
  <property fmtid="{D5CDD505-2E9C-101B-9397-08002B2CF9AE}" pid="3" name="MediaServiceImageTags">
    <vt:lpwstr/>
  </property>
</Properties>
</file>